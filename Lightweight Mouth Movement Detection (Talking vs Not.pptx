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7.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8.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9.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A06242D-1B05-4472-9185-86A7D287E41A}" v="32" dt="2025-12-02T05:39:57.80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74282" autoAdjust="0"/>
  </p:normalViewPr>
  <p:slideViewPr>
    <p:cSldViewPr snapToGrid="0">
      <p:cViewPr>
        <p:scale>
          <a:sx n="58" d="100"/>
          <a:sy n="58" d="100"/>
        </p:scale>
        <p:origin x="763"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ck DeMarinis" userId="be2bbe4ae1718a01" providerId="LiveId" clId="{395176B0-0502-432F-A78D-8FB836F06E12}"/>
    <pc:docChg chg="undo custSel modSld">
      <pc:chgData name="Jack DeMarinis" userId="be2bbe4ae1718a01" providerId="LiveId" clId="{395176B0-0502-432F-A78D-8FB836F06E12}" dt="2025-12-02T05:39:57.808" v="93" actId="14826"/>
      <pc:docMkLst>
        <pc:docMk/>
      </pc:docMkLst>
      <pc:sldChg chg="modSp mod">
        <pc:chgData name="Jack DeMarinis" userId="be2bbe4ae1718a01" providerId="LiveId" clId="{395176B0-0502-432F-A78D-8FB836F06E12}" dt="2025-12-02T05:27:50.689" v="38" actId="1076"/>
        <pc:sldMkLst>
          <pc:docMk/>
          <pc:sldMk cId="2564303631" sldId="257"/>
        </pc:sldMkLst>
        <pc:spChg chg="mod">
          <ac:chgData name="Jack DeMarinis" userId="be2bbe4ae1718a01" providerId="LiveId" clId="{395176B0-0502-432F-A78D-8FB836F06E12}" dt="2025-12-02T05:27:45.276" v="37" actId="1076"/>
          <ac:spMkLst>
            <pc:docMk/>
            <pc:sldMk cId="2564303631" sldId="257"/>
            <ac:spMk id="2" creationId="{39C89042-0394-0D9F-88F3-AA18D663EE5E}"/>
          </ac:spMkLst>
        </pc:spChg>
        <pc:spChg chg="mod">
          <ac:chgData name="Jack DeMarinis" userId="be2bbe4ae1718a01" providerId="LiveId" clId="{395176B0-0502-432F-A78D-8FB836F06E12}" dt="2025-12-02T05:27:50.689" v="38" actId="1076"/>
          <ac:spMkLst>
            <pc:docMk/>
            <pc:sldMk cId="2564303631" sldId="257"/>
            <ac:spMk id="3" creationId="{1B2AA7BB-5814-2B83-5366-16FBFE01C2BB}"/>
          </ac:spMkLst>
        </pc:spChg>
      </pc:sldChg>
      <pc:sldChg chg="modSp mod">
        <pc:chgData name="Jack DeMarinis" userId="be2bbe4ae1718a01" providerId="LiveId" clId="{395176B0-0502-432F-A78D-8FB836F06E12}" dt="2025-12-02T05:29:10.258" v="74" actId="20577"/>
        <pc:sldMkLst>
          <pc:docMk/>
          <pc:sldMk cId="1852645242" sldId="259"/>
        </pc:sldMkLst>
        <pc:graphicFrameChg chg="mod modGraphic">
          <ac:chgData name="Jack DeMarinis" userId="be2bbe4ae1718a01" providerId="LiveId" clId="{395176B0-0502-432F-A78D-8FB836F06E12}" dt="2025-12-02T05:29:10.258" v="74" actId="20577"/>
          <ac:graphicFrameMkLst>
            <pc:docMk/>
            <pc:sldMk cId="1852645242" sldId="259"/>
            <ac:graphicFrameMk id="5" creationId="{0B044B68-4067-CE5F-FC2E-82CA1BC0CDD5}"/>
          </ac:graphicFrameMkLst>
        </pc:graphicFrameChg>
      </pc:sldChg>
      <pc:sldChg chg="modSp mod">
        <pc:chgData name="Jack DeMarinis" userId="be2bbe4ae1718a01" providerId="LiveId" clId="{395176B0-0502-432F-A78D-8FB836F06E12}" dt="2025-12-02T05:39:57.808" v="93" actId="14826"/>
        <pc:sldMkLst>
          <pc:docMk/>
          <pc:sldMk cId="3371525182" sldId="261"/>
        </pc:sldMkLst>
        <pc:spChg chg="mod">
          <ac:chgData name="Jack DeMarinis" userId="be2bbe4ae1718a01" providerId="LiveId" clId="{395176B0-0502-432F-A78D-8FB836F06E12}" dt="2025-12-02T05:30:45.151" v="76" actId="5793"/>
          <ac:spMkLst>
            <pc:docMk/>
            <pc:sldMk cId="3371525182" sldId="261"/>
            <ac:spMk id="3" creationId="{1BC1BC6E-702D-D075-C4FD-686D52127B34}"/>
          </ac:spMkLst>
        </pc:spChg>
        <pc:picChg chg="mod">
          <ac:chgData name="Jack DeMarinis" userId="be2bbe4ae1718a01" providerId="LiveId" clId="{395176B0-0502-432F-A78D-8FB836F06E12}" dt="2025-12-02T05:39:57.808" v="93" actId="14826"/>
          <ac:picMkLst>
            <pc:docMk/>
            <pc:sldMk cId="3371525182" sldId="261"/>
            <ac:picMk id="12" creationId="{046E90CB-44AD-D307-42F2-A50E0B5DE43E}"/>
          </ac:picMkLst>
        </pc:picChg>
      </pc:sldChg>
      <pc:sldChg chg="modSp mod modNotesTx">
        <pc:chgData name="Jack DeMarinis" userId="be2bbe4ae1718a01" providerId="LiveId" clId="{395176B0-0502-432F-A78D-8FB836F06E12}" dt="2025-12-02T05:36:34.381" v="92"/>
        <pc:sldMkLst>
          <pc:docMk/>
          <pc:sldMk cId="576671086" sldId="265"/>
        </pc:sldMkLst>
        <pc:graphicFrameChg chg="mod modGraphic">
          <ac:chgData name="Jack DeMarinis" userId="be2bbe4ae1718a01" providerId="LiveId" clId="{395176B0-0502-432F-A78D-8FB836F06E12}" dt="2025-12-02T05:36:34.381" v="92"/>
          <ac:graphicFrameMkLst>
            <pc:docMk/>
            <pc:sldMk cId="576671086" sldId="265"/>
            <ac:graphicFrameMk id="5" creationId="{DDA1FFC9-D363-1307-3F2D-63ADBF1F8C44}"/>
          </ac:graphicFrameMkLst>
        </pc:graphicFrameChg>
      </pc:sldChg>
    </pc:docChg>
  </pc:docChgLst>
</pc:chgInfo>
</file>

<file path=ppt/diagrams/_rels/data1.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_rels/data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s>
</file>

<file path=ppt/diagrams/_rels/data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svg"/><Relationship Id="rId1" Type="http://schemas.openxmlformats.org/officeDocument/2006/relationships/image" Target="../media/image20.png"/><Relationship Id="rId4" Type="http://schemas.openxmlformats.org/officeDocument/2006/relationships/image" Target="../media/image23.svg"/></Relationships>
</file>

<file path=ppt/diagrams/_rels/data6.xml.rels><?xml version="1.0" encoding="UTF-8" standalone="yes"?>
<Relationships xmlns="http://schemas.openxmlformats.org/package/2006/relationships"><Relationship Id="rId2" Type="http://schemas.openxmlformats.org/officeDocument/2006/relationships/image" Target="../media/image25.svg"/><Relationship Id="rId1" Type="http://schemas.openxmlformats.org/officeDocument/2006/relationships/image" Target="../media/image24.png"/></Relationships>
</file>

<file path=ppt/diagrams/_rels/data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svg"/><Relationship Id="rId1" Type="http://schemas.openxmlformats.org/officeDocument/2006/relationships/image" Target="../media/image26.png"/><Relationship Id="rId4" Type="http://schemas.openxmlformats.org/officeDocument/2006/relationships/image" Target="../media/image29.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_rels/drawing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s>
</file>

<file path=ppt/diagrams/_rels/drawing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svg"/><Relationship Id="rId1" Type="http://schemas.openxmlformats.org/officeDocument/2006/relationships/image" Target="../media/image20.png"/><Relationship Id="rId4" Type="http://schemas.openxmlformats.org/officeDocument/2006/relationships/image" Target="../media/image23.svg"/></Relationships>
</file>

<file path=ppt/diagrams/_rels/drawing6.xml.rels><?xml version="1.0" encoding="UTF-8" standalone="yes"?>
<Relationships xmlns="http://schemas.openxmlformats.org/package/2006/relationships"><Relationship Id="rId2" Type="http://schemas.openxmlformats.org/officeDocument/2006/relationships/image" Target="../media/image25.svg"/><Relationship Id="rId1" Type="http://schemas.openxmlformats.org/officeDocument/2006/relationships/image" Target="../media/image24.png"/></Relationships>
</file>

<file path=ppt/diagrams/_rels/drawing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svg"/><Relationship Id="rId1" Type="http://schemas.openxmlformats.org/officeDocument/2006/relationships/image" Target="../media/image26.png"/><Relationship Id="rId4" Type="http://schemas.openxmlformats.org/officeDocument/2006/relationships/image" Target="../media/image29.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520262D-EAA6-437E-BFBA-F166FB219038}"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EEBD331E-7E12-4248-A3F1-C1AADEE8AB81}">
      <dgm:prSet/>
      <dgm:spPr/>
      <dgm:t>
        <a:bodyPr/>
        <a:lstStyle/>
        <a:p>
          <a:r>
            <a:rPr lang="en-US" b="0" i="0" dirty="0"/>
            <a:t>Capture tool with hotkeys (t toggle label, r record, q quit)</a:t>
          </a:r>
          <a:endParaRPr lang="en-US" dirty="0"/>
        </a:p>
      </dgm:t>
    </dgm:pt>
    <dgm:pt modelId="{CD5D51A4-9AA5-49E9-B8D3-BF62FCB3BA82}" type="parTrans" cxnId="{A0C48EC9-E1D7-4409-9A98-1DA154376CCB}">
      <dgm:prSet/>
      <dgm:spPr/>
      <dgm:t>
        <a:bodyPr/>
        <a:lstStyle/>
        <a:p>
          <a:endParaRPr lang="en-US"/>
        </a:p>
      </dgm:t>
    </dgm:pt>
    <dgm:pt modelId="{BD26CEC4-11AD-4D27-8DB5-DB1F4F4157CB}" type="sibTrans" cxnId="{A0C48EC9-E1D7-4409-9A98-1DA154376CCB}">
      <dgm:prSet/>
      <dgm:spPr/>
      <dgm:t>
        <a:bodyPr/>
        <a:lstStyle/>
        <a:p>
          <a:endParaRPr lang="en-US"/>
        </a:p>
      </dgm:t>
    </dgm:pt>
    <dgm:pt modelId="{6EB3457E-D738-4862-9F4A-D8B255B4C142}">
      <dgm:prSet/>
      <dgm:spPr/>
      <dgm:t>
        <a:bodyPr/>
        <a:lstStyle/>
        <a:p>
          <a:r>
            <a:rPr lang="en-US" dirty="0"/>
            <a:t>Labels: 1 = talking, 0 = not talking.</a:t>
          </a:r>
        </a:p>
      </dgm:t>
    </dgm:pt>
    <dgm:pt modelId="{EFEB6636-632F-4BF3-B922-4E5C581E62ED}" type="parTrans" cxnId="{A7117294-9075-4866-9694-C228FA626205}">
      <dgm:prSet/>
      <dgm:spPr/>
      <dgm:t>
        <a:bodyPr/>
        <a:lstStyle/>
        <a:p>
          <a:endParaRPr lang="en-US"/>
        </a:p>
      </dgm:t>
    </dgm:pt>
    <dgm:pt modelId="{D0AB0410-1AFD-4F11-A973-455CB4CBD3D9}" type="sibTrans" cxnId="{A7117294-9075-4866-9694-C228FA626205}">
      <dgm:prSet/>
      <dgm:spPr/>
      <dgm:t>
        <a:bodyPr/>
        <a:lstStyle/>
        <a:p>
          <a:endParaRPr lang="en-US"/>
        </a:p>
      </dgm:t>
    </dgm:pt>
    <dgm:pt modelId="{A4E2237D-C89E-4190-AF86-77C9751D56FE}">
      <dgm:prSet/>
      <dgm:spPr/>
      <dgm:t>
        <a:bodyPr/>
        <a:lstStyle/>
        <a:p>
          <a:r>
            <a:rPr lang="en-US" dirty="0"/>
            <a:t>Metadata CSV</a:t>
          </a:r>
        </a:p>
      </dgm:t>
    </dgm:pt>
    <dgm:pt modelId="{AB91C8EF-3EA2-40EE-BE44-4F2E529DFF06}" type="parTrans" cxnId="{11269A0B-65AC-4B10-8CFC-28F63EE2E888}">
      <dgm:prSet/>
      <dgm:spPr/>
      <dgm:t>
        <a:bodyPr/>
        <a:lstStyle/>
        <a:p>
          <a:endParaRPr lang="en-US"/>
        </a:p>
      </dgm:t>
    </dgm:pt>
    <dgm:pt modelId="{6354153C-E23B-458F-9AD1-6F37E5E3AB61}" type="sibTrans" cxnId="{11269A0B-65AC-4B10-8CFC-28F63EE2E888}">
      <dgm:prSet/>
      <dgm:spPr/>
      <dgm:t>
        <a:bodyPr/>
        <a:lstStyle/>
        <a:p>
          <a:endParaRPr lang="en-US"/>
        </a:p>
      </dgm:t>
    </dgm:pt>
    <dgm:pt modelId="{809ABB8F-672B-49C8-887B-950D1D7BE011}">
      <dgm:prSet/>
      <dgm:spPr/>
      <dgm:t>
        <a:bodyPr/>
        <a:lstStyle/>
        <a:p>
          <a:r>
            <a:rPr lang="en-US" dirty="0"/>
            <a:t>Balancing: Optional mild augmentation for positives (flip + slight color jitter, capped to 2× positives).</a:t>
          </a:r>
        </a:p>
      </dgm:t>
    </dgm:pt>
    <dgm:pt modelId="{98651310-5420-4FFE-A952-5B4773A4FABC}" type="parTrans" cxnId="{D4945516-3C54-42FD-9301-AE323CAC7137}">
      <dgm:prSet/>
      <dgm:spPr/>
      <dgm:t>
        <a:bodyPr/>
        <a:lstStyle/>
        <a:p>
          <a:endParaRPr lang="en-US"/>
        </a:p>
      </dgm:t>
    </dgm:pt>
    <dgm:pt modelId="{A56D6DCC-739E-44E8-B421-69D62080B33B}" type="sibTrans" cxnId="{D4945516-3C54-42FD-9301-AE323CAC7137}">
      <dgm:prSet/>
      <dgm:spPr/>
      <dgm:t>
        <a:bodyPr/>
        <a:lstStyle/>
        <a:p>
          <a:endParaRPr lang="en-US"/>
        </a:p>
      </dgm:t>
    </dgm:pt>
    <dgm:pt modelId="{4971EAD3-F3B6-4E08-A3D1-D0FE574A46CC}" type="pres">
      <dgm:prSet presAssocID="{D520262D-EAA6-437E-BFBA-F166FB219038}" presName="root" presStyleCnt="0">
        <dgm:presLayoutVars>
          <dgm:dir/>
          <dgm:resizeHandles val="exact"/>
        </dgm:presLayoutVars>
      </dgm:prSet>
      <dgm:spPr/>
    </dgm:pt>
    <dgm:pt modelId="{F7097187-12F4-4E2A-92F1-FC24B3B7C969}" type="pres">
      <dgm:prSet presAssocID="{EEBD331E-7E12-4248-A3F1-C1AADEE8AB81}" presName="compNode" presStyleCnt="0"/>
      <dgm:spPr/>
    </dgm:pt>
    <dgm:pt modelId="{B63DED89-C655-4BD8-BB59-2A029475B480}" type="pres">
      <dgm:prSet presAssocID="{EEBD331E-7E12-4248-A3F1-C1AADEE8AB81}" presName="bgRect" presStyleLbl="bgShp" presStyleIdx="0" presStyleCnt="4"/>
      <dgm:spPr/>
    </dgm:pt>
    <dgm:pt modelId="{1E46A99D-79B4-4F46-9BBC-2A661A24BB43}" type="pres">
      <dgm:prSet presAssocID="{EEBD331E-7E12-4248-A3F1-C1AADEE8AB81}"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Research"/>
        </a:ext>
      </dgm:extLst>
    </dgm:pt>
    <dgm:pt modelId="{9CF327F4-7021-4511-AC15-BFB1B77D828E}" type="pres">
      <dgm:prSet presAssocID="{EEBD331E-7E12-4248-A3F1-C1AADEE8AB81}" presName="spaceRect" presStyleCnt="0"/>
      <dgm:spPr/>
    </dgm:pt>
    <dgm:pt modelId="{66B4F5C4-D166-4485-89B7-856889263FDC}" type="pres">
      <dgm:prSet presAssocID="{EEBD331E-7E12-4248-A3F1-C1AADEE8AB81}" presName="parTx" presStyleLbl="revTx" presStyleIdx="0" presStyleCnt="4">
        <dgm:presLayoutVars>
          <dgm:chMax val="0"/>
          <dgm:chPref val="0"/>
        </dgm:presLayoutVars>
      </dgm:prSet>
      <dgm:spPr/>
    </dgm:pt>
    <dgm:pt modelId="{7E9EA71B-EDAF-4261-B720-651F5DB47E95}" type="pres">
      <dgm:prSet presAssocID="{BD26CEC4-11AD-4D27-8DB5-DB1F4F4157CB}" presName="sibTrans" presStyleCnt="0"/>
      <dgm:spPr/>
    </dgm:pt>
    <dgm:pt modelId="{88D0D68B-282F-44FE-8C13-FECDEC0CE6CA}" type="pres">
      <dgm:prSet presAssocID="{6EB3457E-D738-4862-9F4A-D8B255B4C142}" presName="compNode" presStyleCnt="0"/>
      <dgm:spPr/>
    </dgm:pt>
    <dgm:pt modelId="{CD1C3E2C-EEC2-4C7E-BC89-D0425E58A392}" type="pres">
      <dgm:prSet presAssocID="{6EB3457E-D738-4862-9F4A-D8B255B4C142}" presName="bgRect" presStyleLbl="bgShp" presStyleIdx="1" presStyleCnt="4"/>
      <dgm:spPr/>
    </dgm:pt>
    <dgm:pt modelId="{252F7803-BFCA-4825-BFFD-6478099212F2}" type="pres">
      <dgm:prSet presAssocID="{6EB3457E-D738-4862-9F4A-D8B255B4C142}"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at"/>
        </a:ext>
      </dgm:extLst>
    </dgm:pt>
    <dgm:pt modelId="{A908260D-62D5-4A34-B186-E435165BE668}" type="pres">
      <dgm:prSet presAssocID="{6EB3457E-D738-4862-9F4A-D8B255B4C142}" presName="spaceRect" presStyleCnt="0"/>
      <dgm:spPr/>
    </dgm:pt>
    <dgm:pt modelId="{8A89055D-69CC-42C7-915F-552D33AECEC2}" type="pres">
      <dgm:prSet presAssocID="{6EB3457E-D738-4862-9F4A-D8B255B4C142}" presName="parTx" presStyleLbl="revTx" presStyleIdx="1" presStyleCnt="4">
        <dgm:presLayoutVars>
          <dgm:chMax val="0"/>
          <dgm:chPref val="0"/>
        </dgm:presLayoutVars>
      </dgm:prSet>
      <dgm:spPr/>
    </dgm:pt>
    <dgm:pt modelId="{8F79E02F-BDF4-4FEC-803E-F502EEE46D03}" type="pres">
      <dgm:prSet presAssocID="{D0AB0410-1AFD-4F11-A973-455CB4CBD3D9}" presName="sibTrans" presStyleCnt="0"/>
      <dgm:spPr/>
    </dgm:pt>
    <dgm:pt modelId="{08624A90-674D-4F25-9C8E-3C0D53B1F321}" type="pres">
      <dgm:prSet presAssocID="{A4E2237D-C89E-4190-AF86-77C9751D56FE}" presName="compNode" presStyleCnt="0"/>
      <dgm:spPr/>
    </dgm:pt>
    <dgm:pt modelId="{CEEC77C1-E95A-41BD-A8AD-66797A6BE799}" type="pres">
      <dgm:prSet presAssocID="{A4E2237D-C89E-4190-AF86-77C9751D56FE}" presName="bgRect" presStyleLbl="bgShp" presStyleIdx="2" presStyleCnt="4"/>
      <dgm:spPr/>
    </dgm:pt>
    <dgm:pt modelId="{5F290349-977D-494C-938D-1FF69D29B518}" type="pres">
      <dgm:prSet presAssocID="{A4E2237D-C89E-4190-AF86-77C9751D56FE}"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ocument"/>
        </a:ext>
      </dgm:extLst>
    </dgm:pt>
    <dgm:pt modelId="{B35BB411-BA85-43A5-85DF-E5D08CF014AB}" type="pres">
      <dgm:prSet presAssocID="{A4E2237D-C89E-4190-AF86-77C9751D56FE}" presName="spaceRect" presStyleCnt="0"/>
      <dgm:spPr/>
    </dgm:pt>
    <dgm:pt modelId="{88EA5F92-759E-4373-A6F5-836CF5867739}" type="pres">
      <dgm:prSet presAssocID="{A4E2237D-C89E-4190-AF86-77C9751D56FE}" presName="parTx" presStyleLbl="revTx" presStyleIdx="2" presStyleCnt="4">
        <dgm:presLayoutVars>
          <dgm:chMax val="0"/>
          <dgm:chPref val="0"/>
        </dgm:presLayoutVars>
      </dgm:prSet>
      <dgm:spPr/>
    </dgm:pt>
    <dgm:pt modelId="{3D57B0D6-6981-40E1-8120-953C8ADBA1E0}" type="pres">
      <dgm:prSet presAssocID="{6354153C-E23B-458F-9AD1-6F37E5E3AB61}" presName="sibTrans" presStyleCnt="0"/>
      <dgm:spPr/>
    </dgm:pt>
    <dgm:pt modelId="{9A25D5B9-C7B4-46F7-8CB1-1E05777DB237}" type="pres">
      <dgm:prSet presAssocID="{809ABB8F-672B-49C8-887B-950D1D7BE011}" presName="compNode" presStyleCnt="0"/>
      <dgm:spPr/>
    </dgm:pt>
    <dgm:pt modelId="{B4AB1E1C-FB1B-4FCE-9A76-48F2D5F98A2B}" type="pres">
      <dgm:prSet presAssocID="{809ABB8F-672B-49C8-887B-950D1D7BE011}" presName="bgRect" presStyleLbl="bgShp" presStyleIdx="3" presStyleCnt="4"/>
      <dgm:spPr/>
    </dgm:pt>
    <dgm:pt modelId="{8E34AB97-59BB-4A09-8A2A-2ACD8900DCBB}" type="pres">
      <dgm:prSet presAssocID="{809ABB8F-672B-49C8-887B-950D1D7BE011}"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Flowchart"/>
        </a:ext>
      </dgm:extLst>
    </dgm:pt>
    <dgm:pt modelId="{769C2D6E-1891-437B-8788-6E32A4D85DEB}" type="pres">
      <dgm:prSet presAssocID="{809ABB8F-672B-49C8-887B-950D1D7BE011}" presName="spaceRect" presStyleCnt="0"/>
      <dgm:spPr/>
    </dgm:pt>
    <dgm:pt modelId="{B5BD3D25-93D2-4067-872E-38898E6034EB}" type="pres">
      <dgm:prSet presAssocID="{809ABB8F-672B-49C8-887B-950D1D7BE011}" presName="parTx" presStyleLbl="revTx" presStyleIdx="3" presStyleCnt="4">
        <dgm:presLayoutVars>
          <dgm:chMax val="0"/>
          <dgm:chPref val="0"/>
        </dgm:presLayoutVars>
      </dgm:prSet>
      <dgm:spPr/>
    </dgm:pt>
  </dgm:ptLst>
  <dgm:cxnLst>
    <dgm:cxn modelId="{11269A0B-65AC-4B10-8CFC-28F63EE2E888}" srcId="{D520262D-EAA6-437E-BFBA-F166FB219038}" destId="{A4E2237D-C89E-4190-AF86-77C9751D56FE}" srcOrd="2" destOrd="0" parTransId="{AB91C8EF-3EA2-40EE-BE44-4F2E529DFF06}" sibTransId="{6354153C-E23B-458F-9AD1-6F37E5E3AB61}"/>
    <dgm:cxn modelId="{75DCD713-A1D8-40E0-855F-6406A49A2ED0}" type="presOf" srcId="{809ABB8F-672B-49C8-887B-950D1D7BE011}" destId="{B5BD3D25-93D2-4067-872E-38898E6034EB}" srcOrd="0" destOrd="0" presId="urn:microsoft.com/office/officeart/2018/2/layout/IconVerticalSolidList"/>
    <dgm:cxn modelId="{D4945516-3C54-42FD-9301-AE323CAC7137}" srcId="{D520262D-EAA6-437E-BFBA-F166FB219038}" destId="{809ABB8F-672B-49C8-887B-950D1D7BE011}" srcOrd="3" destOrd="0" parTransId="{98651310-5420-4FFE-A952-5B4773A4FABC}" sibTransId="{A56D6DCC-739E-44E8-B421-69D62080B33B}"/>
    <dgm:cxn modelId="{C1458E3E-7EE5-4386-B090-48EEECC95ECA}" type="presOf" srcId="{A4E2237D-C89E-4190-AF86-77C9751D56FE}" destId="{88EA5F92-759E-4373-A6F5-836CF5867739}" srcOrd="0" destOrd="0" presId="urn:microsoft.com/office/officeart/2018/2/layout/IconVerticalSolidList"/>
    <dgm:cxn modelId="{A7117294-9075-4866-9694-C228FA626205}" srcId="{D520262D-EAA6-437E-BFBA-F166FB219038}" destId="{6EB3457E-D738-4862-9F4A-D8B255B4C142}" srcOrd="1" destOrd="0" parTransId="{EFEB6636-632F-4BF3-B922-4E5C581E62ED}" sibTransId="{D0AB0410-1AFD-4F11-A973-455CB4CBD3D9}"/>
    <dgm:cxn modelId="{6C123CB2-F7E6-4EE5-9608-9B05B71F37BF}" type="presOf" srcId="{EEBD331E-7E12-4248-A3F1-C1AADEE8AB81}" destId="{66B4F5C4-D166-4485-89B7-856889263FDC}" srcOrd="0" destOrd="0" presId="urn:microsoft.com/office/officeart/2018/2/layout/IconVerticalSolidList"/>
    <dgm:cxn modelId="{5BCFD8C0-476D-435A-8036-419DCA6C23FE}" type="presOf" srcId="{6EB3457E-D738-4862-9F4A-D8B255B4C142}" destId="{8A89055D-69CC-42C7-915F-552D33AECEC2}" srcOrd="0" destOrd="0" presId="urn:microsoft.com/office/officeart/2018/2/layout/IconVerticalSolidList"/>
    <dgm:cxn modelId="{A0C48EC9-E1D7-4409-9A98-1DA154376CCB}" srcId="{D520262D-EAA6-437E-BFBA-F166FB219038}" destId="{EEBD331E-7E12-4248-A3F1-C1AADEE8AB81}" srcOrd="0" destOrd="0" parTransId="{CD5D51A4-9AA5-49E9-B8D3-BF62FCB3BA82}" sibTransId="{BD26CEC4-11AD-4D27-8DB5-DB1F4F4157CB}"/>
    <dgm:cxn modelId="{3C5FE1E6-4DEA-49EB-A941-5501FAD772A0}" type="presOf" srcId="{D520262D-EAA6-437E-BFBA-F166FB219038}" destId="{4971EAD3-F3B6-4E08-A3D1-D0FE574A46CC}" srcOrd="0" destOrd="0" presId="urn:microsoft.com/office/officeart/2018/2/layout/IconVerticalSolidList"/>
    <dgm:cxn modelId="{88F13675-29F2-4FAE-A270-24AF77C60C5A}" type="presParOf" srcId="{4971EAD3-F3B6-4E08-A3D1-D0FE574A46CC}" destId="{F7097187-12F4-4E2A-92F1-FC24B3B7C969}" srcOrd="0" destOrd="0" presId="urn:microsoft.com/office/officeart/2018/2/layout/IconVerticalSolidList"/>
    <dgm:cxn modelId="{3B4FA684-FF89-4342-A529-9C4A1FE4A195}" type="presParOf" srcId="{F7097187-12F4-4E2A-92F1-FC24B3B7C969}" destId="{B63DED89-C655-4BD8-BB59-2A029475B480}" srcOrd="0" destOrd="0" presId="urn:microsoft.com/office/officeart/2018/2/layout/IconVerticalSolidList"/>
    <dgm:cxn modelId="{956DCE4C-EA8D-4BFE-A651-16D976E0A706}" type="presParOf" srcId="{F7097187-12F4-4E2A-92F1-FC24B3B7C969}" destId="{1E46A99D-79B4-4F46-9BBC-2A661A24BB43}" srcOrd="1" destOrd="0" presId="urn:microsoft.com/office/officeart/2018/2/layout/IconVerticalSolidList"/>
    <dgm:cxn modelId="{F5DFE14B-11B7-4622-A788-831FF84D93D2}" type="presParOf" srcId="{F7097187-12F4-4E2A-92F1-FC24B3B7C969}" destId="{9CF327F4-7021-4511-AC15-BFB1B77D828E}" srcOrd="2" destOrd="0" presId="urn:microsoft.com/office/officeart/2018/2/layout/IconVerticalSolidList"/>
    <dgm:cxn modelId="{DFD3F3B5-47F3-4759-B285-364BA8696199}" type="presParOf" srcId="{F7097187-12F4-4E2A-92F1-FC24B3B7C969}" destId="{66B4F5C4-D166-4485-89B7-856889263FDC}" srcOrd="3" destOrd="0" presId="urn:microsoft.com/office/officeart/2018/2/layout/IconVerticalSolidList"/>
    <dgm:cxn modelId="{E53435DE-1334-4CE6-8CFE-8CBB7BAED20F}" type="presParOf" srcId="{4971EAD3-F3B6-4E08-A3D1-D0FE574A46CC}" destId="{7E9EA71B-EDAF-4261-B720-651F5DB47E95}" srcOrd="1" destOrd="0" presId="urn:microsoft.com/office/officeart/2018/2/layout/IconVerticalSolidList"/>
    <dgm:cxn modelId="{14EED5BB-6F84-4872-A8FC-DCE9EABC1A16}" type="presParOf" srcId="{4971EAD3-F3B6-4E08-A3D1-D0FE574A46CC}" destId="{88D0D68B-282F-44FE-8C13-FECDEC0CE6CA}" srcOrd="2" destOrd="0" presId="urn:microsoft.com/office/officeart/2018/2/layout/IconVerticalSolidList"/>
    <dgm:cxn modelId="{539B307F-C1A7-4E7E-8F21-F9CC821BF5A0}" type="presParOf" srcId="{88D0D68B-282F-44FE-8C13-FECDEC0CE6CA}" destId="{CD1C3E2C-EEC2-4C7E-BC89-D0425E58A392}" srcOrd="0" destOrd="0" presId="urn:microsoft.com/office/officeart/2018/2/layout/IconVerticalSolidList"/>
    <dgm:cxn modelId="{A82BD0F0-21C2-4FAC-A8E2-D69680DFD1D0}" type="presParOf" srcId="{88D0D68B-282F-44FE-8C13-FECDEC0CE6CA}" destId="{252F7803-BFCA-4825-BFFD-6478099212F2}" srcOrd="1" destOrd="0" presId="urn:microsoft.com/office/officeart/2018/2/layout/IconVerticalSolidList"/>
    <dgm:cxn modelId="{B8CC2AE9-0F85-4017-BDC0-A169908B1745}" type="presParOf" srcId="{88D0D68B-282F-44FE-8C13-FECDEC0CE6CA}" destId="{A908260D-62D5-4A34-B186-E435165BE668}" srcOrd="2" destOrd="0" presId="urn:microsoft.com/office/officeart/2018/2/layout/IconVerticalSolidList"/>
    <dgm:cxn modelId="{279399AD-38BB-4077-B6D3-E73258F0B7B4}" type="presParOf" srcId="{88D0D68B-282F-44FE-8C13-FECDEC0CE6CA}" destId="{8A89055D-69CC-42C7-915F-552D33AECEC2}" srcOrd="3" destOrd="0" presId="urn:microsoft.com/office/officeart/2018/2/layout/IconVerticalSolidList"/>
    <dgm:cxn modelId="{0F15510A-5D2C-45A6-8DF2-8346C9E8F765}" type="presParOf" srcId="{4971EAD3-F3B6-4E08-A3D1-D0FE574A46CC}" destId="{8F79E02F-BDF4-4FEC-803E-F502EEE46D03}" srcOrd="3" destOrd="0" presId="urn:microsoft.com/office/officeart/2018/2/layout/IconVerticalSolidList"/>
    <dgm:cxn modelId="{C86B03B1-3088-4603-BC1B-63531A46E90F}" type="presParOf" srcId="{4971EAD3-F3B6-4E08-A3D1-D0FE574A46CC}" destId="{08624A90-674D-4F25-9C8E-3C0D53B1F321}" srcOrd="4" destOrd="0" presId="urn:microsoft.com/office/officeart/2018/2/layout/IconVerticalSolidList"/>
    <dgm:cxn modelId="{9318906C-5EDF-4BA4-B85C-8A5D677A27E8}" type="presParOf" srcId="{08624A90-674D-4F25-9C8E-3C0D53B1F321}" destId="{CEEC77C1-E95A-41BD-A8AD-66797A6BE799}" srcOrd="0" destOrd="0" presId="urn:microsoft.com/office/officeart/2018/2/layout/IconVerticalSolidList"/>
    <dgm:cxn modelId="{8213A482-F188-464B-A2FE-9F94D2A846E7}" type="presParOf" srcId="{08624A90-674D-4F25-9C8E-3C0D53B1F321}" destId="{5F290349-977D-494C-938D-1FF69D29B518}" srcOrd="1" destOrd="0" presId="urn:microsoft.com/office/officeart/2018/2/layout/IconVerticalSolidList"/>
    <dgm:cxn modelId="{E9CE000D-6687-453A-805A-02648CE8B32A}" type="presParOf" srcId="{08624A90-674D-4F25-9C8E-3C0D53B1F321}" destId="{B35BB411-BA85-43A5-85DF-E5D08CF014AB}" srcOrd="2" destOrd="0" presId="urn:microsoft.com/office/officeart/2018/2/layout/IconVerticalSolidList"/>
    <dgm:cxn modelId="{3113AA43-AF01-4658-939F-BFC0BBAEF782}" type="presParOf" srcId="{08624A90-674D-4F25-9C8E-3C0D53B1F321}" destId="{88EA5F92-759E-4373-A6F5-836CF5867739}" srcOrd="3" destOrd="0" presId="urn:microsoft.com/office/officeart/2018/2/layout/IconVerticalSolidList"/>
    <dgm:cxn modelId="{3D9E2A27-459A-453C-BC80-71D5A831ED1D}" type="presParOf" srcId="{4971EAD3-F3B6-4E08-A3D1-D0FE574A46CC}" destId="{3D57B0D6-6981-40E1-8120-953C8ADBA1E0}" srcOrd="5" destOrd="0" presId="urn:microsoft.com/office/officeart/2018/2/layout/IconVerticalSolidList"/>
    <dgm:cxn modelId="{724B05A8-2C95-483A-B9C7-3D1447897777}" type="presParOf" srcId="{4971EAD3-F3B6-4E08-A3D1-D0FE574A46CC}" destId="{9A25D5B9-C7B4-46F7-8CB1-1E05777DB237}" srcOrd="6" destOrd="0" presId="urn:microsoft.com/office/officeart/2018/2/layout/IconVerticalSolidList"/>
    <dgm:cxn modelId="{C8677C7E-F68F-4BA7-901D-05E3E8A8B306}" type="presParOf" srcId="{9A25D5B9-C7B4-46F7-8CB1-1E05777DB237}" destId="{B4AB1E1C-FB1B-4FCE-9A76-48F2D5F98A2B}" srcOrd="0" destOrd="0" presId="urn:microsoft.com/office/officeart/2018/2/layout/IconVerticalSolidList"/>
    <dgm:cxn modelId="{8E2B4026-4313-43E4-BF68-31728495CAF9}" type="presParOf" srcId="{9A25D5B9-C7B4-46F7-8CB1-1E05777DB237}" destId="{8E34AB97-59BB-4A09-8A2A-2ACD8900DCBB}" srcOrd="1" destOrd="0" presId="urn:microsoft.com/office/officeart/2018/2/layout/IconVerticalSolidList"/>
    <dgm:cxn modelId="{B0EF80A2-E09B-484B-AAD1-ABDBC5E0C7A2}" type="presParOf" srcId="{9A25D5B9-C7B4-46F7-8CB1-1E05777DB237}" destId="{769C2D6E-1891-437B-8788-6E32A4D85DEB}" srcOrd="2" destOrd="0" presId="urn:microsoft.com/office/officeart/2018/2/layout/IconVerticalSolidList"/>
    <dgm:cxn modelId="{0966B7BF-7F98-4241-8BCC-9830E99EF78A}" type="presParOf" srcId="{9A25D5B9-C7B4-46F7-8CB1-1E05777DB237}" destId="{B5BD3D25-93D2-4067-872E-38898E6034EB}"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7268ABE-1AB4-40F1-BE2F-CA3FE12A3318}" type="doc">
      <dgm:prSet loTypeId="urn:microsoft.com/office/officeart/2005/8/layout/vProcess5" loCatId="process" qsTypeId="urn:microsoft.com/office/officeart/2005/8/quickstyle/simple1" qsCatId="simple" csTypeId="urn:microsoft.com/office/officeart/2005/8/colors/colorful1" csCatId="colorful"/>
      <dgm:spPr/>
      <dgm:t>
        <a:bodyPr/>
        <a:lstStyle/>
        <a:p>
          <a:endParaRPr lang="en-US"/>
        </a:p>
      </dgm:t>
    </dgm:pt>
    <dgm:pt modelId="{69D003C7-0C7A-4F1F-A1A6-6CD25F5138AF}">
      <dgm:prSet/>
      <dgm:spPr/>
      <dgm:t>
        <a:bodyPr/>
        <a:lstStyle/>
        <a:p>
          <a:r>
            <a:rPr lang="en-US"/>
            <a:t>Geometry: MAR proxy, width/height, convex hull area, lip y-std.</a:t>
          </a:r>
        </a:p>
      </dgm:t>
    </dgm:pt>
    <dgm:pt modelId="{C5BD7467-D150-426F-9A35-934E29CF4E78}" type="parTrans" cxnId="{BB6D3048-800A-46E7-95B3-37B36E479342}">
      <dgm:prSet/>
      <dgm:spPr/>
      <dgm:t>
        <a:bodyPr/>
        <a:lstStyle/>
        <a:p>
          <a:endParaRPr lang="en-US"/>
        </a:p>
      </dgm:t>
    </dgm:pt>
    <dgm:pt modelId="{F5DAAAE4-22EC-46D4-A6B7-F8CEDFAFE3D8}" type="sibTrans" cxnId="{BB6D3048-800A-46E7-95B3-37B36E479342}">
      <dgm:prSet/>
      <dgm:spPr/>
      <dgm:t>
        <a:bodyPr/>
        <a:lstStyle/>
        <a:p>
          <a:endParaRPr lang="en-US"/>
        </a:p>
      </dgm:t>
    </dgm:pt>
    <dgm:pt modelId="{60783D48-5297-4A79-8048-10239484E1D9}">
      <dgm:prSet/>
      <dgm:spPr/>
      <dgm:t>
        <a:bodyPr/>
        <a:lstStyle/>
        <a:p>
          <a:r>
            <a:rPr lang="en-US"/>
            <a:t>Temporal: Smoothed frame-to-frame mouth movement (mean/std/max).</a:t>
          </a:r>
        </a:p>
      </dgm:t>
    </dgm:pt>
    <dgm:pt modelId="{3F5D0DF1-CDE5-49F0-B5AD-B33F62B575CE}" type="parTrans" cxnId="{1D40BE0C-028E-4C3E-BB61-A55025D547C1}">
      <dgm:prSet/>
      <dgm:spPr/>
      <dgm:t>
        <a:bodyPr/>
        <a:lstStyle/>
        <a:p>
          <a:endParaRPr lang="en-US"/>
        </a:p>
      </dgm:t>
    </dgm:pt>
    <dgm:pt modelId="{D00BC903-D986-4537-A79C-C3DACE316B68}" type="sibTrans" cxnId="{1D40BE0C-028E-4C3E-BB61-A55025D547C1}">
      <dgm:prSet/>
      <dgm:spPr/>
      <dgm:t>
        <a:bodyPr/>
        <a:lstStyle/>
        <a:p>
          <a:endParaRPr lang="en-US"/>
        </a:p>
      </dgm:t>
    </dgm:pt>
    <dgm:pt modelId="{5681AB85-CCF0-44DA-B6E0-872DF0874D4F}">
      <dgm:prSet/>
      <dgm:spPr/>
      <dgm:t>
        <a:bodyPr/>
        <a:lstStyle/>
        <a:p>
          <a:r>
            <a:rPr lang="en-US"/>
            <a:t>Pixel/edge: ROI mean/std, edge mean/std.</a:t>
          </a:r>
        </a:p>
      </dgm:t>
    </dgm:pt>
    <dgm:pt modelId="{4C2549A1-01E0-43F8-8D43-2A18C9D1B722}" type="parTrans" cxnId="{2CA23F48-76DF-4CEF-831E-5CC3ABF7FBAA}">
      <dgm:prSet/>
      <dgm:spPr/>
      <dgm:t>
        <a:bodyPr/>
        <a:lstStyle/>
        <a:p>
          <a:endParaRPr lang="en-US"/>
        </a:p>
      </dgm:t>
    </dgm:pt>
    <dgm:pt modelId="{45D9B302-4BAF-451B-8659-FECE1C9F705C}" type="sibTrans" cxnId="{2CA23F48-76DF-4CEF-831E-5CC3ABF7FBAA}">
      <dgm:prSet/>
      <dgm:spPr/>
      <dgm:t>
        <a:bodyPr/>
        <a:lstStyle/>
        <a:p>
          <a:endParaRPr lang="en-US"/>
        </a:p>
      </dgm:t>
    </dgm:pt>
    <dgm:pt modelId="{2B22226B-CDD9-4DCC-93DB-E4C5E1515527}">
      <dgm:prSet/>
      <dgm:spPr/>
      <dgm:t>
        <a:bodyPr/>
        <a:lstStyle/>
        <a:p>
          <a:r>
            <a:rPr lang="en-US"/>
            <a:t>Distances &amp; normalized keypoints for lip shape.</a:t>
          </a:r>
        </a:p>
      </dgm:t>
    </dgm:pt>
    <dgm:pt modelId="{C43011A5-01D5-4AA8-9339-7D5100574D9D}" type="parTrans" cxnId="{5991C675-63AA-49FC-9BEB-C38B059B93EC}">
      <dgm:prSet/>
      <dgm:spPr/>
      <dgm:t>
        <a:bodyPr/>
        <a:lstStyle/>
        <a:p>
          <a:endParaRPr lang="en-US"/>
        </a:p>
      </dgm:t>
    </dgm:pt>
    <dgm:pt modelId="{95D58AB1-83A5-4C6A-BC8B-3F58FF7DE36E}" type="sibTrans" cxnId="{5991C675-63AA-49FC-9BEB-C38B059B93EC}">
      <dgm:prSet/>
      <dgm:spPr/>
      <dgm:t>
        <a:bodyPr/>
        <a:lstStyle/>
        <a:p>
          <a:endParaRPr lang="en-US"/>
        </a:p>
      </dgm:t>
    </dgm:pt>
    <dgm:pt modelId="{C56B136D-475B-4F90-BF87-15C92E754219}">
      <dgm:prSet/>
      <dgm:spPr/>
      <dgm:t>
        <a:bodyPr/>
        <a:lstStyle/>
        <a:p>
          <a:r>
            <a:rPr lang="en-US"/>
            <a:t>Normalization: StandardScaler fitted on train.</a:t>
          </a:r>
        </a:p>
      </dgm:t>
    </dgm:pt>
    <dgm:pt modelId="{ACA61A8F-3869-49B6-80D5-70DFC4F22FE9}" type="parTrans" cxnId="{AB6C20DD-2AF7-4812-B142-E475E2050CA6}">
      <dgm:prSet/>
      <dgm:spPr/>
      <dgm:t>
        <a:bodyPr/>
        <a:lstStyle/>
        <a:p>
          <a:endParaRPr lang="en-US"/>
        </a:p>
      </dgm:t>
    </dgm:pt>
    <dgm:pt modelId="{03C23849-2C36-4C26-B0C4-2C1A81E86732}" type="sibTrans" cxnId="{AB6C20DD-2AF7-4812-B142-E475E2050CA6}">
      <dgm:prSet/>
      <dgm:spPr/>
      <dgm:t>
        <a:bodyPr/>
        <a:lstStyle/>
        <a:p>
          <a:endParaRPr lang="en-US"/>
        </a:p>
      </dgm:t>
    </dgm:pt>
    <dgm:pt modelId="{98F4D0D0-CEBA-4E33-BA3D-C4E59501487B}" type="pres">
      <dgm:prSet presAssocID="{B7268ABE-1AB4-40F1-BE2F-CA3FE12A3318}" presName="outerComposite" presStyleCnt="0">
        <dgm:presLayoutVars>
          <dgm:chMax val="5"/>
          <dgm:dir/>
          <dgm:resizeHandles val="exact"/>
        </dgm:presLayoutVars>
      </dgm:prSet>
      <dgm:spPr/>
    </dgm:pt>
    <dgm:pt modelId="{008AB1A7-8030-4172-B01E-7EE156A49B76}" type="pres">
      <dgm:prSet presAssocID="{B7268ABE-1AB4-40F1-BE2F-CA3FE12A3318}" presName="dummyMaxCanvas" presStyleCnt="0">
        <dgm:presLayoutVars/>
      </dgm:prSet>
      <dgm:spPr/>
    </dgm:pt>
    <dgm:pt modelId="{6020D21A-BDBD-432C-B111-AC4F26F0B3DD}" type="pres">
      <dgm:prSet presAssocID="{B7268ABE-1AB4-40F1-BE2F-CA3FE12A3318}" presName="FiveNodes_1" presStyleLbl="node1" presStyleIdx="0" presStyleCnt="5">
        <dgm:presLayoutVars>
          <dgm:bulletEnabled val="1"/>
        </dgm:presLayoutVars>
      </dgm:prSet>
      <dgm:spPr/>
    </dgm:pt>
    <dgm:pt modelId="{8372335F-304D-4646-B59D-150E30B1CEC8}" type="pres">
      <dgm:prSet presAssocID="{B7268ABE-1AB4-40F1-BE2F-CA3FE12A3318}" presName="FiveNodes_2" presStyleLbl="node1" presStyleIdx="1" presStyleCnt="5">
        <dgm:presLayoutVars>
          <dgm:bulletEnabled val="1"/>
        </dgm:presLayoutVars>
      </dgm:prSet>
      <dgm:spPr/>
    </dgm:pt>
    <dgm:pt modelId="{DDDA189D-E4DC-4988-B756-0885A251E4ED}" type="pres">
      <dgm:prSet presAssocID="{B7268ABE-1AB4-40F1-BE2F-CA3FE12A3318}" presName="FiveNodes_3" presStyleLbl="node1" presStyleIdx="2" presStyleCnt="5">
        <dgm:presLayoutVars>
          <dgm:bulletEnabled val="1"/>
        </dgm:presLayoutVars>
      </dgm:prSet>
      <dgm:spPr/>
    </dgm:pt>
    <dgm:pt modelId="{BAA4172C-4F93-48CB-A6AD-BCB554297A8F}" type="pres">
      <dgm:prSet presAssocID="{B7268ABE-1AB4-40F1-BE2F-CA3FE12A3318}" presName="FiveNodes_4" presStyleLbl="node1" presStyleIdx="3" presStyleCnt="5">
        <dgm:presLayoutVars>
          <dgm:bulletEnabled val="1"/>
        </dgm:presLayoutVars>
      </dgm:prSet>
      <dgm:spPr/>
    </dgm:pt>
    <dgm:pt modelId="{7393DCB4-1270-4282-97FE-112AB717AD9F}" type="pres">
      <dgm:prSet presAssocID="{B7268ABE-1AB4-40F1-BE2F-CA3FE12A3318}" presName="FiveNodes_5" presStyleLbl="node1" presStyleIdx="4" presStyleCnt="5">
        <dgm:presLayoutVars>
          <dgm:bulletEnabled val="1"/>
        </dgm:presLayoutVars>
      </dgm:prSet>
      <dgm:spPr/>
    </dgm:pt>
    <dgm:pt modelId="{97392AAC-41A8-4CDE-B18E-FF19B8AEAFD1}" type="pres">
      <dgm:prSet presAssocID="{B7268ABE-1AB4-40F1-BE2F-CA3FE12A3318}" presName="FiveConn_1-2" presStyleLbl="fgAccFollowNode1" presStyleIdx="0" presStyleCnt="4">
        <dgm:presLayoutVars>
          <dgm:bulletEnabled val="1"/>
        </dgm:presLayoutVars>
      </dgm:prSet>
      <dgm:spPr/>
    </dgm:pt>
    <dgm:pt modelId="{9EA584FE-F8F1-4BEB-8B92-6F6E6D7C6233}" type="pres">
      <dgm:prSet presAssocID="{B7268ABE-1AB4-40F1-BE2F-CA3FE12A3318}" presName="FiveConn_2-3" presStyleLbl="fgAccFollowNode1" presStyleIdx="1" presStyleCnt="4">
        <dgm:presLayoutVars>
          <dgm:bulletEnabled val="1"/>
        </dgm:presLayoutVars>
      </dgm:prSet>
      <dgm:spPr/>
    </dgm:pt>
    <dgm:pt modelId="{868F9CF3-D80F-45C7-9AD4-B02B9A61C0E5}" type="pres">
      <dgm:prSet presAssocID="{B7268ABE-1AB4-40F1-BE2F-CA3FE12A3318}" presName="FiveConn_3-4" presStyleLbl="fgAccFollowNode1" presStyleIdx="2" presStyleCnt="4">
        <dgm:presLayoutVars>
          <dgm:bulletEnabled val="1"/>
        </dgm:presLayoutVars>
      </dgm:prSet>
      <dgm:spPr/>
    </dgm:pt>
    <dgm:pt modelId="{02F5763A-55F9-4CBF-867A-BEF36A36FEBD}" type="pres">
      <dgm:prSet presAssocID="{B7268ABE-1AB4-40F1-BE2F-CA3FE12A3318}" presName="FiveConn_4-5" presStyleLbl="fgAccFollowNode1" presStyleIdx="3" presStyleCnt="4">
        <dgm:presLayoutVars>
          <dgm:bulletEnabled val="1"/>
        </dgm:presLayoutVars>
      </dgm:prSet>
      <dgm:spPr/>
    </dgm:pt>
    <dgm:pt modelId="{256F4212-C8F2-4D12-9B0C-D7833999D904}" type="pres">
      <dgm:prSet presAssocID="{B7268ABE-1AB4-40F1-BE2F-CA3FE12A3318}" presName="FiveNodes_1_text" presStyleLbl="node1" presStyleIdx="4" presStyleCnt="5">
        <dgm:presLayoutVars>
          <dgm:bulletEnabled val="1"/>
        </dgm:presLayoutVars>
      </dgm:prSet>
      <dgm:spPr/>
    </dgm:pt>
    <dgm:pt modelId="{96F80D00-CC8E-4EA7-BFEA-39F9BF35E0F2}" type="pres">
      <dgm:prSet presAssocID="{B7268ABE-1AB4-40F1-BE2F-CA3FE12A3318}" presName="FiveNodes_2_text" presStyleLbl="node1" presStyleIdx="4" presStyleCnt="5">
        <dgm:presLayoutVars>
          <dgm:bulletEnabled val="1"/>
        </dgm:presLayoutVars>
      </dgm:prSet>
      <dgm:spPr/>
    </dgm:pt>
    <dgm:pt modelId="{85553402-28F9-42D2-9A82-18308F2E3E57}" type="pres">
      <dgm:prSet presAssocID="{B7268ABE-1AB4-40F1-BE2F-CA3FE12A3318}" presName="FiveNodes_3_text" presStyleLbl="node1" presStyleIdx="4" presStyleCnt="5">
        <dgm:presLayoutVars>
          <dgm:bulletEnabled val="1"/>
        </dgm:presLayoutVars>
      </dgm:prSet>
      <dgm:spPr/>
    </dgm:pt>
    <dgm:pt modelId="{99F2F231-36EB-45CA-935F-38539BE00844}" type="pres">
      <dgm:prSet presAssocID="{B7268ABE-1AB4-40F1-BE2F-CA3FE12A3318}" presName="FiveNodes_4_text" presStyleLbl="node1" presStyleIdx="4" presStyleCnt="5">
        <dgm:presLayoutVars>
          <dgm:bulletEnabled val="1"/>
        </dgm:presLayoutVars>
      </dgm:prSet>
      <dgm:spPr/>
    </dgm:pt>
    <dgm:pt modelId="{1AF1051C-2968-4567-BE0B-79671F638B11}" type="pres">
      <dgm:prSet presAssocID="{B7268ABE-1AB4-40F1-BE2F-CA3FE12A3318}" presName="FiveNodes_5_text" presStyleLbl="node1" presStyleIdx="4" presStyleCnt="5">
        <dgm:presLayoutVars>
          <dgm:bulletEnabled val="1"/>
        </dgm:presLayoutVars>
      </dgm:prSet>
      <dgm:spPr/>
    </dgm:pt>
  </dgm:ptLst>
  <dgm:cxnLst>
    <dgm:cxn modelId="{1D40BE0C-028E-4C3E-BB61-A55025D547C1}" srcId="{B7268ABE-1AB4-40F1-BE2F-CA3FE12A3318}" destId="{60783D48-5297-4A79-8048-10239484E1D9}" srcOrd="1" destOrd="0" parTransId="{3F5D0DF1-CDE5-49F0-B5AD-B33F62B575CE}" sibTransId="{D00BC903-D986-4537-A79C-C3DACE316B68}"/>
    <dgm:cxn modelId="{AAED6F20-76AC-4F43-9880-BBCAD2AF7B65}" type="presOf" srcId="{60783D48-5297-4A79-8048-10239484E1D9}" destId="{96F80D00-CC8E-4EA7-BFEA-39F9BF35E0F2}" srcOrd="1" destOrd="0" presId="urn:microsoft.com/office/officeart/2005/8/layout/vProcess5"/>
    <dgm:cxn modelId="{8CC1EF5D-C4E9-4FB6-9F52-1980CFA2A086}" type="presOf" srcId="{2B22226B-CDD9-4DCC-93DB-E4C5E1515527}" destId="{99F2F231-36EB-45CA-935F-38539BE00844}" srcOrd="1" destOrd="0" presId="urn:microsoft.com/office/officeart/2005/8/layout/vProcess5"/>
    <dgm:cxn modelId="{35165245-73FA-4F46-841D-3C799837A9D0}" type="presOf" srcId="{B7268ABE-1AB4-40F1-BE2F-CA3FE12A3318}" destId="{98F4D0D0-CEBA-4E33-BA3D-C4E59501487B}" srcOrd="0" destOrd="0" presId="urn:microsoft.com/office/officeart/2005/8/layout/vProcess5"/>
    <dgm:cxn modelId="{BB6D3048-800A-46E7-95B3-37B36E479342}" srcId="{B7268ABE-1AB4-40F1-BE2F-CA3FE12A3318}" destId="{69D003C7-0C7A-4F1F-A1A6-6CD25F5138AF}" srcOrd="0" destOrd="0" parTransId="{C5BD7467-D150-426F-9A35-934E29CF4E78}" sibTransId="{F5DAAAE4-22EC-46D4-A6B7-F8CEDFAFE3D8}"/>
    <dgm:cxn modelId="{2CA23F48-76DF-4CEF-831E-5CC3ABF7FBAA}" srcId="{B7268ABE-1AB4-40F1-BE2F-CA3FE12A3318}" destId="{5681AB85-CCF0-44DA-B6E0-872DF0874D4F}" srcOrd="2" destOrd="0" parTransId="{4C2549A1-01E0-43F8-8D43-2A18C9D1B722}" sibTransId="{45D9B302-4BAF-451B-8659-FECE1C9F705C}"/>
    <dgm:cxn modelId="{6462A151-73EA-4EB2-97A0-54F87C474CCD}" type="presOf" srcId="{69D003C7-0C7A-4F1F-A1A6-6CD25F5138AF}" destId="{6020D21A-BDBD-432C-B111-AC4F26F0B3DD}" srcOrd="0" destOrd="0" presId="urn:microsoft.com/office/officeart/2005/8/layout/vProcess5"/>
    <dgm:cxn modelId="{FB1F2674-EDF3-4B0D-AC2B-DDBE7F66FDAE}" type="presOf" srcId="{C56B136D-475B-4F90-BF87-15C92E754219}" destId="{7393DCB4-1270-4282-97FE-112AB717AD9F}" srcOrd="0" destOrd="0" presId="urn:microsoft.com/office/officeart/2005/8/layout/vProcess5"/>
    <dgm:cxn modelId="{5991C675-63AA-49FC-9BEB-C38B059B93EC}" srcId="{B7268ABE-1AB4-40F1-BE2F-CA3FE12A3318}" destId="{2B22226B-CDD9-4DCC-93DB-E4C5E1515527}" srcOrd="3" destOrd="0" parTransId="{C43011A5-01D5-4AA8-9339-7D5100574D9D}" sibTransId="{95D58AB1-83A5-4C6A-BC8B-3F58FF7DE36E}"/>
    <dgm:cxn modelId="{E066317E-B9A3-46D1-8F3C-E10DF7B05029}" type="presOf" srcId="{D00BC903-D986-4537-A79C-C3DACE316B68}" destId="{9EA584FE-F8F1-4BEB-8B92-6F6E6D7C6233}" srcOrd="0" destOrd="0" presId="urn:microsoft.com/office/officeart/2005/8/layout/vProcess5"/>
    <dgm:cxn modelId="{4F2B32A8-B5BC-4833-9B8D-A06460D4E61D}" type="presOf" srcId="{2B22226B-CDD9-4DCC-93DB-E4C5E1515527}" destId="{BAA4172C-4F93-48CB-A6AD-BCB554297A8F}" srcOrd="0" destOrd="0" presId="urn:microsoft.com/office/officeart/2005/8/layout/vProcess5"/>
    <dgm:cxn modelId="{0EC31BAC-A442-4E74-AC1E-7BF891CBD1BB}" type="presOf" srcId="{45D9B302-4BAF-451B-8659-FECE1C9F705C}" destId="{868F9CF3-D80F-45C7-9AD4-B02B9A61C0E5}" srcOrd="0" destOrd="0" presId="urn:microsoft.com/office/officeart/2005/8/layout/vProcess5"/>
    <dgm:cxn modelId="{1DBC53BD-55B0-48A7-8395-158E1648AB0A}" type="presOf" srcId="{60783D48-5297-4A79-8048-10239484E1D9}" destId="{8372335F-304D-4646-B59D-150E30B1CEC8}" srcOrd="0" destOrd="0" presId="urn:microsoft.com/office/officeart/2005/8/layout/vProcess5"/>
    <dgm:cxn modelId="{25F5CDC0-3641-4CD4-BD15-1378327CF768}" type="presOf" srcId="{5681AB85-CCF0-44DA-B6E0-872DF0874D4F}" destId="{85553402-28F9-42D2-9A82-18308F2E3E57}" srcOrd="1" destOrd="0" presId="urn:microsoft.com/office/officeart/2005/8/layout/vProcess5"/>
    <dgm:cxn modelId="{EC6F9DC1-F3F8-42E2-8E10-0CEF644C6127}" type="presOf" srcId="{95D58AB1-83A5-4C6A-BC8B-3F58FF7DE36E}" destId="{02F5763A-55F9-4CBF-867A-BEF36A36FEBD}" srcOrd="0" destOrd="0" presId="urn:microsoft.com/office/officeart/2005/8/layout/vProcess5"/>
    <dgm:cxn modelId="{F5DAE6DC-E05A-484C-827E-4B18CDBF1E86}" type="presOf" srcId="{C56B136D-475B-4F90-BF87-15C92E754219}" destId="{1AF1051C-2968-4567-BE0B-79671F638B11}" srcOrd="1" destOrd="0" presId="urn:microsoft.com/office/officeart/2005/8/layout/vProcess5"/>
    <dgm:cxn modelId="{AB6C20DD-2AF7-4812-B142-E475E2050CA6}" srcId="{B7268ABE-1AB4-40F1-BE2F-CA3FE12A3318}" destId="{C56B136D-475B-4F90-BF87-15C92E754219}" srcOrd="4" destOrd="0" parTransId="{ACA61A8F-3869-49B6-80D5-70DFC4F22FE9}" sibTransId="{03C23849-2C36-4C26-B0C4-2C1A81E86732}"/>
    <dgm:cxn modelId="{B8D4E3E3-E21F-453E-8780-D3FE79A27CAF}" type="presOf" srcId="{5681AB85-CCF0-44DA-B6E0-872DF0874D4F}" destId="{DDDA189D-E4DC-4988-B756-0885A251E4ED}" srcOrd="0" destOrd="0" presId="urn:microsoft.com/office/officeart/2005/8/layout/vProcess5"/>
    <dgm:cxn modelId="{B095F8EB-C66B-4FD9-8520-09F81C87BE14}" type="presOf" srcId="{69D003C7-0C7A-4F1F-A1A6-6CD25F5138AF}" destId="{256F4212-C8F2-4D12-9B0C-D7833999D904}" srcOrd="1" destOrd="0" presId="urn:microsoft.com/office/officeart/2005/8/layout/vProcess5"/>
    <dgm:cxn modelId="{013367EC-8D89-44F5-BF45-2B0E9B1BE8D9}" type="presOf" srcId="{F5DAAAE4-22EC-46D4-A6B7-F8CEDFAFE3D8}" destId="{97392AAC-41A8-4CDE-B18E-FF19B8AEAFD1}" srcOrd="0" destOrd="0" presId="urn:microsoft.com/office/officeart/2005/8/layout/vProcess5"/>
    <dgm:cxn modelId="{71343D3E-DFC3-44FE-BE2F-42247684281B}" type="presParOf" srcId="{98F4D0D0-CEBA-4E33-BA3D-C4E59501487B}" destId="{008AB1A7-8030-4172-B01E-7EE156A49B76}" srcOrd="0" destOrd="0" presId="urn:microsoft.com/office/officeart/2005/8/layout/vProcess5"/>
    <dgm:cxn modelId="{6FE9501E-BA40-4A42-9EC2-B8AADB3E4821}" type="presParOf" srcId="{98F4D0D0-CEBA-4E33-BA3D-C4E59501487B}" destId="{6020D21A-BDBD-432C-B111-AC4F26F0B3DD}" srcOrd="1" destOrd="0" presId="urn:microsoft.com/office/officeart/2005/8/layout/vProcess5"/>
    <dgm:cxn modelId="{3B09511F-CABC-4F8A-B20D-392673BC96BC}" type="presParOf" srcId="{98F4D0D0-CEBA-4E33-BA3D-C4E59501487B}" destId="{8372335F-304D-4646-B59D-150E30B1CEC8}" srcOrd="2" destOrd="0" presId="urn:microsoft.com/office/officeart/2005/8/layout/vProcess5"/>
    <dgm:cxn modelId="{F82B7A58-52AA-45C8-9F76-20CB0647A1AF}" type="presParOf" srcId="{98F4D0D0-CEBA-4E33-BA3D-C4E59501487B}" destId="{DDDA189D-E4DC-4988-B756-0885A251E4ED}" srcOrd="3" destOrd="0" presId="urn:microsoft.com/office/officeart/2005/8/layout/vProcess5"/>
    <dgm:cxn modelId="{859FB706-D91F-4965-89E1-7FF6ABFD42D6}" type="presParOf" srcId="{98F4D0D0-CEBA-4E33-BA3D-C4E59501487B}" destId="{BAA4172C-4F93-48CB-A6AD-BCB554297A8F}" srcOrd="4" destOrd="0" presId="urn:microsoft.com/office/officeart/2005/8/layout/vProcess5"/>
    <dgm:cxn modelId="{42052EE0-D6C6-4BFE-9C81-CEA77AC46736}" type="presParOf" srcId="{98F4D0D0-CEBA-4E33-BA3D-C4E59501487B}" destId="{7393DCB4-1270-4282-97FE-112AB717AD9F}" srcOrd="5" destOrd="0" presId="urn:microsoft.com/office/officeart/2005/8/layout/vProcess5"/>
    <dgm:cxn modelId="{E9845937-6DBE-4A9E-8520-71F43EBE01A3}" type="presParOf" srcId="{98F4D0D0-CEBA-4E33-BA3D-C4E59501487B}" destId="{97392AAC-41A8-4CDE-B18E-FF19B8AEAFD1}" srcOrd="6" destOrd="0" presId="urn:microsoft.com/office/officeart/2005/8/layout/vProcess5"/>
    <dgm:cxn modelId="{382EB040-47F6-49F9-8D07-4F1B32F53A79}" type="presParOf" srcId="{98F4D0D0-CEBA-4E33-BA3D-C4E59501487B}" destId="{9EA584FE-F8F1-4BEB-8B92-6F6E6D7C6233}" srcOrd="7" destOrd="0" presId="urn:microsoft.com/office/officeart/2005/8/layout/vProcess5"/>
    <dgm:cxn modelId="{638D0148-FE00-497D-B21B-E400B510A374}" type="presParOf" srcId="{98F4D0D0-CEBA-4E33-BA3D-C4E59501487B}" destId="{868F9CF3-D80F-45C7-9AD4-B02B9A61C0E5}" srcOrd="8" destOrd="0" presId="urn:microsoft.com/office/officeart/2005/8/layout/vProcess5"/>
    <dgm:cxn modelId="{668182E0-7A5E-46A4-8070-0FE9C1785F8E}" type="presParOf" srcId="{98F4D0D0-CEBA-4E33-BA3D-C4E59501487B}" destId="{02F5763A-55F9-4CBF-867A-BEF36A36FEBD}" srcOrd="9" destOrd="0" presId="urn:microsoft.com/office/officeart/2005/8/layout/vProcess5"/>
    <dgm:cxn modelId="{7E89EC03-91A2-4EC6-8053-5C0ABA5AE29A}" type="presParOf" srcId="{98F4D0D0-CEBA-4E33-BA3D-C4E59501487B}" destId="{256F4212-C8F2-4D12-9B0C-D7833999D904}" srcOrd="10" destOrd="0" presId="urn:microsoft.com/office/officeart/2005/8/layout/vProcess5"/>
    <dgm:cxn modelId="{7704C863-7C9C-49F9-B177-D84A4EB91BC0}" type="presParOf" srcId="{98F4D0D0-CEBA-4E33-BA3D-C4E59501487B}" destId="{96F80D00-CC8E-4EA7-BFEA-39F9BF35E0F2}" srcOrd="11" destOrd="0" presId="urn:microsoft.com/office/officeart/2005/8/layout/vProcess5"/>
    <dgm:cxn modelId="{3FC63A91-431C-4C44-B262-EEF769B843E6}" type="presParOf" srcId="{98F4D0D0-CEBA-4E33-BA3D-C4E59501487B}" destId="{85553402-28F9-42D2-9A82-18308F2E3E57}" srcOrd="12" destOrd="0" presId="urn:microsoft.com/office/officeart/2005/8/layout/vProcess5"/>
    <dgm:cxn modelId="{195B9427-429B-4AC0-984B-01D48C4C7F56}" type="presParOf" srcId="{98F4D0D0-CEBA-4E33-BA3D-C4E59501487B}" destId="{99F2F231-36EB-45CA-935F-38539BE00844}" srcOrd="13" destOrd="0" presId="urn:microsoft.com/office/officeart/2005/8/layout/vProcess5"/>
    <dgm:cxn modelId="{5789255F-3A41-4A6C-AF05-7CCB1FDC0159}" type="presParOf" srcId="{98F4D0D0-CEBA-4E33-BA3D-C4E59501487B}" destId="{1AF1051C-2968-4567-BE0B-79671F638B11}" srcOrd="14"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8981D9E-6638-4F98-8DD8-4B1CFF0982BD}" type="doc">
      <dgm:prSet loTypeId="urn:microsoft.com/office/officeart/2016/7/layout/BasicLinearProcessNumbered" loCatId="process" qsTypeId="urn:microsoft.com/office/officeart/2005/8/quickstyle/simple1" qsCatId="simple" csTypeId="urn:microsoft.com/office/officeart/2005/8/colors/colorful1" csCatId="colorful"/>
      <dgm:spPr/>
      <dgm:t>
        <a:bodyPr/>
        <a:lstStyle/>
        <a:p>
          <a:endParaRPr lang="en-US"/>
        </a:p>
      </dgm:t>
    </dgm:pt>
    <dgm:pt modelId="{ED81285E-3C4D-495B-8F82-D4330E6D0281}">
      <dgm:prSet/>
      <dgm:spPr/>
      <dgm:t>
        <a:bodyPr/>
        <a:lstStyle/>
        <a:p>
          <a:r>
            <a:rPr lang="en-US"/>
            <a:t>Robust detection: Mediapipe default + OpenCV DNN + dlib/Haar fallback.</a:t>
          </a:r>
        </a:p>
      </dgm:t>
    </dgm:pt>
    <dgm:pt modelId="{D5F1FDFD-1F50-4F11-8D79-704C0FC1501F}" type="parTrans" cxnId="{5A106BDA-08FB-4200-A650-FC3DF6D6157D}">
      <dgm:prSet/>
      <dgm:spPr/>
      <dgm:t>
        <a:bodyPr/>
        <a:lstStyle/>
        <a:p>
          <a:endParaRPr lang="en-US"/>
        </a:p>
      </dgm:t>
    </dgm:pt>
    <dgm:pt modelId="{B266AE69-D779-4283-A037-793C53612D65}" type="sibTrans" cxnId="{5A106BDA-08FB-4200-A650-FC3DF6D6157D}">
      <dgm:prSet phldrT="1" phldr="0"/>
      <dgm:spPr/>
      <dgm:t>
        <a:bodyPr/>
        <a:lstStyle/>
        <a:p>
          <a:r>
            <a:rPr lang="en-US"/>
            <a:t>1</a:t>
          </a:r>
        </a:p>
      </dgm:t>
    </dgm:pt>
    <dgm:pt modelId="{23257BD7-3C93-4625-B8C9-BFD8E51ECE0A}">
      <dgm:prSet/>
      <dgm:spPr/>
      <dgm:t>
        <a:bodyPr/>
        <a:lstStyle/>
        <a:p>
          <a:r>
            <a:rPr lang="en-US"/>
            <a:t>Class balance: Mild augmentation of positives (capped) + pos_weight in loss.</a:t>
          </a:r>
        </a:p>
      </dgm:t>
    </dgm:pt>
    <dgm:pt modelId="{56BC728F-C133-4198-921D-7AD80D7FB6CB}" type="parTrans" cxnId="{8233983E-057D-48D4-BE77-24731DCB72AA}">
      <dgm:prSet/>
      <dgm:spPr/>
      <dgm:t>
        <a:bodyPr/>
        <a:lstStyle/>
        <a:p>
          <a:endParaRPr lang="en-US"/>
        </a:p>
      </dgm:t>
    </dgm:pt>
    <dgm:pt modelId="{8A84D831-DDB5-4624-A039-3E2F0F6184C5}" type="sibTrans" cxnId="{8233983E-057D-48D4-BE77-24731DCB72AA}">
      <dgm:prSet phldrT="2" phldr="0"/>
      <dgm:spPr/>
      <dgm:t>
        <a:bodyPr/>
        <a:lstStyle/>
        <a:p>
          <a:r>
            <a:rPr lang="en-US"/>
            <a:t>2</a:t>
          </a:r>
        </a:p>
      </dgm:t>
    </dgm:pt>
    <dgm:pt modelId="{F99B970D-2207-4CD9-9C08-BD249401BA80}">
      <dgm:prSet/>
      <dgm:spPr/>
      <dgm:t>
        <a:bodyPr/>
        <a:lstStyle/>
        <a:p>
          <a:r>
            <a:rPr lang="en-US"/>
            <a:t>Threshold/smoothing tuning: Lower threshold (e.g., 0.4) and smaller smooth window to lift recall.</a:t>
          </a:r>
        </a:p>
      </dgm:t>
    </dgm:pt>
    <dgm:pt modelId="{93068D94-BCE4-4980-903E-48A79CC283C6}" type="parTrans" cxnId="{941486E3-884C-4B80-90D0-3241B38A4BC0}">
      <dgm:prSet/>
      <dgm:spPr/>
      <dgm:t>
        <a:bodyPr/>
        <a:lstStyle/>
        <a:p>
          <a:endParaRPr lang="en-US"/>
        </a:p>
      </dgm:t>
    </dgm:pt>
    <dgm:pt modelId="{A0E618A5-26AA-42D7-8323-BDF8E805F7DE}" type="sibTrans" cxnId="{941486E3-884C-4B80-90D0-3241B38A4BC0}">
      <dgm:prSet phldrT="3" phldr="0"/>
      <dgm:spPr/>
      <dgm:t>
        <a:bodyPr/>
        <a:lstStyle/>
        <a:p>
          <a:r>
            <a:rPr lang="en-US"/>
            <a:t>3</a:t>
          </a:r>
        </a:p>
      </dgm:t>
    </dgm:pt>
    <dgm:pt modelId="{5F4B4768-559C-4019-8B53-3D601F3E3ED6}">
      <dgm:prSet/>
      <dgm:spPr/>
      <dgm:t>
        <a:bodyPr/>
        <a:lstStyle/>
        <a:p>
          <a:r>
            <a:rPr lang="en-US"/>
            <a:t>Clean data handling: Skip bad frames; normalize frame types; config for consistent runs.</a:t>
          </a:r>
        </a:p>
      </dgm:t>
    </dgm:pt>
    <dgm:pt modelId="{7EB63395-9B6B-44D9-811C-28601F2C38E9}" type="parTrans" cxnId="{AFD578F2-5AA6-4589-9691-89C3CDB9A265}">
      <dgm:prSet/>
      <dgm:spPr/>
      <dgm:t>
        <a:bodyPr/>
        <a:lstStyle/>
        <a:p>
          <a:endParaRPr lang="en-US"/>
        </a:p>
      </dgm:t>
    </dgm:pt>
    <dgm:pt modelId="{FB18CC03-6759-4A8C-A1F0-F2692887A2AB}" type="sibTrans" cxnId="{AFD578F2-5AA6-4589-9691-89C3CDB9A265}">
      <dgm:prSet phldrT="4" phldr="0"/>
      <dgm:spPr/>
      <dgm:t>
        <a:bodyPr/>
        <a:lstStyle/>
        <a:p>
          <a:r>
            <a:rPr lang="en-US"/>
            <a:t>4</a:t>
          </a:r>
        </a:p>
      </dgm:t>
    </dgm:pt>
    <dgm:pt modelId="{F22FD737-0B78-4D2C-8B21-747F06509765}" type="pres">
      <dgm:prSet presAssocID="{68981D9E-6638-4F98-8DD8-4B1CFF0982BD}" presName="Name0" presStyleCnt="0">
        <dgm:presLayoutVars>
          <dgm:animLvl val="lvl"/>
          <dgm:resizeHandles val="exact"/>
        </dgm:presLayoutVars>
      </dgm:prSet>
      <dgm:spPr/>
    </dgm:pt>
    <dgm:pt modelId="{D86E52D2-4751-47E4-ADC7-2512279647AA}" type="pres">
      <dgm:prSet presAssocID="{ED81285E-3C4D-495B-8F82-D4330E6D0281}" presName="compositeNode" presStyleCnt="0">
        <dgm:presLayoutVars>
          <dgm:bulletEnabled val="1"/>
        </dgm:presLayoutVars>
      </dgm:prSet>
      <dgm:spPr/>
    </dgm:pt>
    <dgm:pt modelId="{5C400077-F661-417A-9AA0-6B4B77EDF9E6}" type="pres">
      <dgm:prSet presAssocID="{ED81285E-3C4D-495B-8F82-D4330E6D0281}" presName="bgRect" presStyleLbl="bgAccFollowNode1" presStyleIdx="0" presStyleCnt="4"/>
      <dgm:spPr/>
    </dgm:pt>
    <dgm:pt modelId="{C8C74266-E01F-4FD7-BDE7-8F136CD7BE91}" type="pres">
      <dgm:prSet presAssocID="{B266AE69-D779-4283-A037-793C53612D65}" presName="sibTransNodeCircle" presStyleLbl="alignNode1" presStyleIdx="0" presStyleCnt="8">
        <dgm:presLayoutVars>
          <dgm:chMax val="0"/>
          <dgm:bulletEnabled/>
        </dgm:presLayoutVars>
      </dgm:prSet>
      <dgm:spPr/>
    </dgm:pt>
    <dgm:pt modelId="{077EC241-BBD8-4E1E-B7B0-692EF05287C3}" type="pres">
      <dgm:prSet presAssocID="{ED81285E-3C4D-495B-8F82-D4330E6D0281}" presName="bottomLine" presStyleLbl="alignNode1" presStyleIdx="1" presStyleCnt="8">
        <dgm:presLayoutVars/>
      </dgm:prSet>
      <dgm:spPr/>
    </dgm:pt>
    <dgm:pt modelId="{6A942686-33F4-4578-95D9-B9D2A51A280F}" type="pres">
      <dgm:prSet presAssocID="{ED81285E-3C4D-495B-8F82-D4330E6D0281}" presName="nodeText" presStyleLbl="bgAccFollowNode1" presStyleIdx="0" presStyleCnt="4">
        <dgm:presLayoutVars>
          <dgm:bulletEnabled val="1"/>
        </dgm:presLayoutVars>
      </dgm:prSet>
      <dgm:spPr/>
    </dgm:pt>
    <dgm:pt modelId="{093BC374-9F75-4578-958D-B480E984E02E}" type="pres">
      <dgm:prSet presAssocID="{B266AE69-D779-4283-A037-793C53612D65}" presName="sibTrans" presStyleCnt="0"/>
      <dgm:spPr/>
    </dgm:pt>
    <dgm:pt modelId="{AD5ADBF4-5A1D-4392-95D9-7AFB8DA43257}" type="pres">
      <dgm:prSet presAssocID="{23257BD7-3C93-4625-B8C9-BFD8E51ECE0A}" presName="compositeNode" presStyleCnt="0">
        <dgm:presLayoutVars>
          <dgm:bulletEnabled val="1"/>
        </dgm:presLayoutVars>
      </dgm:prSet>
      <dgm:spPr/>
    </dgm:pt>
    <dgm:pt modelId="{5F5B3662-8B78-4565-91D6-76973BF94215}" type="pres">
      <dgm:prSet presAssocID="{23257BD7-3C93-4625-B8C9-BFD8E51ECE0A}" presName="bgRect" presStyleLbl="bgAccFollowNode1" presStyleIdx="1" presStyleCnt="4"/>
      <dgm:spPr/>
    </dgm:pt>
    <dgm:pt modelId="{1CCC3183-35FF-4910-90EA-11265A963D2F}" type="pres">
      <dgm:prSet presAssocID="{8A84D831-DDB5-4624-A039-3E2F0F6184C5}" presName="sibTransNodeCircle" presStyleLbl="alignNode1" presStyleIdx="2" presStyleCnt="8">
        <dgm:presLayoutVars>
          <dgm:chMax val="0"/>
          <dgm:bulletEnabled/>
        </dgm:presLayoutVars>
      </dgm:prSet>
      <dgm:spPr/>
    </dgm:pt>
    <dgm:pt modelId="{E99D404F-5E87-40CA-B3B2-02842BEBCFBD}" type="pres">
      <dgm:prSet presAssocID="{23257BD7-3C93-4625-B8C9-BFD8E51ECE0A}" presName="bottomLine" presStyleLbl="alignNode1" presStyleIdx="3" presStyleCnt="8">
        <dgm:presLayoutVars/>
      </dgm:prSet>
      <dgm:spPr/>
    </dgm:pt>
    <dgm:pt modelId="{43E2BA13-932B-4DF6-9BAE-44248DBBFB78}" type="pres">
      <dgm:prSet presAssocID="{23257BD7-3C93-4625-B8C9-BFD8E51ECE0A}" presName="nodeText" presStyleLbl="bgAccFollowNode1" presStyleIdx="1" presStyleCnt="4">
        <dgm:presLayoutVars>
          <dgm:bulletEnabled val="1"/>
        </dgm:presLayoutVars>
      </dgm:prSet>
      <dgm:spPr/>
    </dgm:pt>
    <dgm:pt modelId="{F585CFEF-68C3-46B6-A7AE-584B324D0EEE}" type="pres">
      <dgm:prSet presAssocID="{8A84D831-DDB5-4624-A039-3E2F0F6184C5}" presName="sibTrans" presStyleCnt="0"/>
      <dgm:spPr/>
    </dgm:pt>
    <dgm:pt modelId="{CFB23062-3EF6-4809-8BDD-66C6954CC435}" type="pres">
      <dgm:prSet presAssocID="{F99B970D-2207-4CD9-9C08-BD249401BA80}" presName="compositeNode" presStyleCnt="0">
        <dgm:presLayoutVars>
          <dgm:bulletEnabled val="1"/>
        </dgm:presLayoutVars>
      </dgm:prSet>
      <dgm:spPr/>
    </dgm:pt>
    <dgm:pt modelId="{75EA9B43-5C29-4DF0-BBCE-7F7FDB25228D}" type="pres">
      <dgm:prSet presAssocID="{F99B970D-2207-4CD9-9C08-BD249401BA80}" presName="bgRect" presStyleLbl="bgAccFollowNode1" presStyleIdx="2" presStyleCnt="4"/>
      <dgm:spPr/>
    </dgm:pt>
    <dgm:pt modelId="{5ADC9EE7-47AE-4EA0-9330-D87F56BA09A8}" type="pres">
      <dgm:prSet presAssocID="{A0E618A5-26AA-42D7-8323-BDF8E805F7DE}" presName="sibTransNodeCircle" presStyleLbl="alignNode1" presStyleIdx="4" presStyleCnt="8">
        <dgm:presLayoutVars>
          <dgm:chMax val="0"/>
          <dgm:bulletEnabled/>
        </dgm:presLayoutVars>
      </dgm:prSet>
      <dgm:spPr/>
    </dgm:pt>
    <dgm:pt modelId="{FCAE1BA8-1CB8-4B04-8D14-96D830EEE7F7}" type="pres">
      <dgm:prSet presAssocID="{F99B970D-2207-4CD9-9C08-BD249401BA80}" presName="bottomLine" presStyleLbl="alignNode1" presStyleIdx="5" presStyleCnt="8">
        <dgm:presLayoutVars/>
      </dgm:prSet>
      <dgm:spPr/>
    </dgm:pt>
    <dgm:pt modelId="{474C5A1E-2CC7-41D7-98A5-BACE7B292421}" type="pres">
      <dgm:prSet presAssocID="{F99B970D-2207-4CD9-9C08-BD249401BA80}" presName="nodeText" presStyleLbl="bgAccFollowNode1" presStyleIdx="2" presStyleCnt="4">
        <dgm:presLayoutVars>
          <dgm:bulletEnabled val="1"/>
        </dgm:presLayoutVars>
      </dgm:prSet>
      <dgm:spPr/>
    </dgm:pt>
    <dgm:pt modelId="{F73744AE-406A-43FF-8C45-DFD370522AAD}" type="pres">
      <dgm:prSet presAssocID="{A0E618A5-26AA-42D7-8323-BDF8E805F7DE}" presName="sibTrans" presStyleCnt="0"/>
      <dgm:spPr/>
    </dgm:pt>
    <dgm:pt modelId="{80E612BF-1F62-4D7D-AEB8-2A44DEF95894}" type="pres">
      <dgm:prSet presAssocID="{5F4B4768-559C-4019-8B53-3D601F3E3ED6}" presName="compositeNode" presStyleCnt="0">
        <dgm:presLayoutVars>
          <dgm:bulletEnabled val="1"/>
        </dgm:presLayoutVars>
      </dgm:prSet>
      <dgm:spPr/>
    </dgm:pt>
    <dgm:pt modelId="{19DD757D-67D1-4112-B90B-2B5754BBC4C8}" type="pres">
      <dgm:prSet presAssocID="{5F4B4768-559C-4019-8B53-3D601F3E3ED6}" presName="bgRect" presStyleLbl="bgAccFollowNode1" presStyleIdx="3" presStyleCnt="4"/>
      <dgm:spPr/>
    </dgm:pt>
    <dgm:pt modelId="{3977D54A-C817-4384-8034-3E101DEF29C6}" type="pres">
      <dgm:prSet presAssocID="{FB18CC03-6759-4A8C-A1F0-F2692887A2AB}" presName="sibTransNodeCircle" presStyleLbl="alignNode1" presStyleIdx="6" presStyleCnt="8">
        <dgm:presLayoutVars>
          <dgm:chMax val="0"/>
          <dgm:bulletEnabled/>
        </dgm:presLayoutVars>
      </dgm:prSet>
      <dgm:spPr/>
    </dgm:pt>
    <dgm:pt modelId="{3FC46A6C-0DDC-4C9D-A48C-2DA4D2FF2EAF}" type="pres">
      <dgm:prSet presAssocID="{5F4B4768-559C-4019-8B53-3D601F3E3ED6}" presName="bottomLine" presStyleLbl="alignNode1" presStyleIdx="7" presStyleCnt="8">
        <dgm:presLayoutVars/>
      </dgm:prSet>
      <dgm:spPr/>
    </dgm:pt>
    <dgm:pt modelId="{13918693-99AB-4AD1-A731-6A6D715338F3}" type="pres">
      <dgm:prSet presAssocID="{5F4B4768-559C-4019-8B53-3D601F3E3ED6}" presName="nodeText" presStyleLbl="bgAccFollowNode1" presStyleIdx="3" presStyleCnt="4">
        <dgm:presLayoutVars>
          <dgm:bulletEnabled val="1"/>
        </dgm:presLayoutVars>
      </dgm:prSet>
      <dgm:spPr/>
    </dgm:pt>
  </dgm:ptLst>
  <dgm:cxnLst>
    <dgm:cxn modelId="{282A050E-14DA-479B-BF79-A0194E095079}" type="presOf" srcId="{23257BD7-3C93-4625-B8C9-BFD8E51ECE0A}" destId="{5F5B3662-8B78-4565-91D6-76973BF94215}" srcOrd="0" destOrd="0" presId="urn:microsoft.com/office/officeart/2016/7/layout/BasicLinearProcessNumbered"/>
    <dgm:cxn modelId="{8233983E-057D-48D4-BE77-24731DCB72AA}" srcId="{68981D9E-6638-4F98-8DD8-4B1CFF0982BD}" destId="{23257BD7-3C93-4625-B8C9-BFD8E51ECE0A}" srcOrd="1" destOrd="0" parTransId="{56BC728F-C133-4198-921D-7AD80D7FB6CB}" sibTransId="{8A84D831-DDB5-4624-A039-3E2F0F6184C5}"/>
    <dgm:cxn modelId="{E28A3E66-6233-4B6E-AD1C-60E298B7FAE7}" type="presOf" srcId="{F99B970D-2207-4CD9-9C08-BD249401BA80}" destId="{474C5A1E-2CC7-41D7-98A5-BACE7B292421}" srcOrd="1" destOrd="0" presId="urn:microsoft.com/office/officeart/2016/7/layout/BasicLinearProcessNumbered"/>
    <dgm:cxn modelId="{BD920E69-CC6E-426E-AA0A-4A3570EC8853}" type="presOf" srcId="{A0E618A5-26AA-42D7-8323-BDF8E805F7DE}" destId="{5ADC9EE7-47AE-4EA0-9330-D87F56BA09A8}" srcOrd="0" destOrd="0" presId="urn:microsoft.com/office/officeart/2016/7/layout/BasicLinearProcessNumbered"/>
    <dgm:cxn modelId="{42BC294E-7B04-419C-9404-8D9947B12624}" type="presOf" srcId="{5F4B4768-559C-4019-8B53-3D601F3E3ED6}" destId="{13918693-99AB-4AD1-A731-6A6D715338F3}" srcOrd="1" destOrd="0" presId="urn:microsoft.com/office/officeart/2016/7/layout/BasicLinearProcessNumbered"/>
    <dgm:cxn modelId="{170A9182-F39B-49A0-B90C-51F4C162AF7C}" type="presOf" srcId="{23257BD7-3C93-4625-B8C9-BFD8E51ECE0A}" destId="{43E2BA13-932B-4DF6-9BAE-44248DBBFB78}" srcOrd="1" destOrd="0" presId="urn:microsoft.com/office/officeart/2016/7/layout/BasicLinearProcessNumbered"/>
    <dgm:cxn modelId="{25470385-6DB9-4ABD-8630-D6D81549C824}" type="presOf" srcId="{5F4B4768-559C-4019-8B53-3D601F3E3ED6}" destId="{19DD757D-67D1-4112-B90B-2B5754BBC4C8}" srcOrd="0" destOrd="0" presId="urn:microsoft.com/office/officeart/2016/7/layout/BasicLinearProcessNumbered"/>
    <dgm:cxn modelId="{B4F143A4-A7C6-4F9E-B2F1-454426063C2B}" type="presOf" srcId="{B266AE69-D779-4283-A037-793C53612D65}" destId="{C8C74266-E01F-4FD7-BDE7-8F136CD7BE91}" srcOrd="0" destOrd="0" presId="urn:microsoft.com/office/officeart/2016/7/layout/BasicLinearProcessNumbered"/>
    <dgm:cxn modelId="{829895A5-EFC6-4B9B-86C1-75F8AB90A271}" type="presOf" srcId="{ED81285E-3C4D-495B-8F82-D4330E6D0281}" destId="{5C400077-F661-417A-9AA0-6B4B77EDF9E6}" srcOrd="0" destOrd="0" presId="urn:microsoft.com/office/officeart/2016/7/layout/BasicLinearProcessNumbered"/>
    <dgm:cxn modelId="{5CCE04A8-EB6B-4A0B-A07A-D79EA1968E39}" type="presOf" srcId="{FB18CC03-6759-4A8C-A1F0-F2692887A2AB}" destId="{3977D54A-C817-4384-8034-3E101DEF29C6}" srcOrd="0" destOrd="0" presId="urn:microsoft.com/office/officeart/2016/7/layout/BasicLinearProcessNumbered"/>
    <dgm:cxn modelId="{0AA613CC-FBD3-4AD6-9373-6FE8AA2787E1}" type="presOf" srcId="{68981D9E-6638-4F98-8DD8-4B1CFF0982BD}" destId="{F22FD737-0B78-4D2C-8B21-747F06509765}" srcOrd="0" destOrd="0" presId="urn:microsoft.com/office/officeart/2016/7/layout/BasicLinearProcessNumbered"/>
    <dgm:cxn modelId="{228A3ECC-C9BF-4DF3-80F4-AD9A53146832}" type="presOf" srcId="{8A84D831-DDB5-4624-A039-3E2F0F6184C5}" destId="{1CCC3183-35FF-4910-90EA-11265A963D2F}" srcOrd="0" destOrd="0" presId="urn:microsoft.com/office/officeart/2016/7/layout/BasicLinearProcessNumbered"/>
    <dgm:cxn modelId="{5A106BDA-08FB-4200-A650-FC3DF6D6157D}" srcId="{68981D9E-6638-4F98-8DD8-4B1CFF0982BD}" destId="{ED81285E-3C4D-495B-8F82-D4330E6D0281}" srcOrd="0" destOrd="0" parTransId="{D5F1FDFD-1F50-4F11-8D79-704C0FC1501F}" sibTransId="{B266AE69-D779-4283-A037-793C53612D65}"/>
    <dgm:cxn modelId="{941486E3-884C-4B80-90D0-3241B38A4BC0}" srcId="{68981D9E-6638-4F98-8DD8-4B1CFF0982BD}" destId="{F99B970D-2207-4CD9-9C08-BD249401BA80}" srcOrd="2" destOrd="0" parTransId="{93068D94-BCE4-4980-903E-48A79CC283C6}" sibTransId="{A0E618A5-26AA-42D7-8323-BDF8E805F7DE}"/>
    <dgm:cxn modelId="{B16165E7-655B-4AAF-ACD1-274444753FE8}" type="presOf" srcId="{ED81285E-3C4D-495B-8F82-D4330E6D0281}" destId="{6A942686-33F4-4578-95D9-B9D2A51A280F}" srcOrd="1" destOrd="0" presId="urn:microsoft.com/office/officeart/2016/7/layout/BasicLinearProcessNumbered"/>
    <dgm:cxn modelId="{AFD578F2-5AA6-4589-9691-89C3CDB9A265}" srcId="{68981D9E-6638-4F98-8DD8-4B1CFF0982BD}" destId="{5F4B4768-559C-4019-8B53-3D601F3E3ED6}" srcOrd="3" destOrd="0" parTransId="{7EB63395-9B6B-44D9-811C-28601F2C38E9}" sibTransId="{FB18CC03-6759-4A8C-A1F0-F2692887A2AB}"/>
    <dgm:cxn modelId="{580016F3-7801-40D0-AC48-E0EF03527644}" type="presOf" srcId="{F99B970D-2207-4CD9-9C08-BD249401BA80}" destId="{75EA9B43-5C29-4DF0-BBCE-7F7FDB25228D}" srcOrd="0" destOrd="0" presId="urn:microsoft.com/office/officeart/2016/7/layout/BasicLinearProcessNumbered"/>
    <dgm:cxn modelId="{E9EC2E80-5886-4FD2-B5D9-26458B3877F9}" type="presParOf" srcId="{F22FD737-0B78-4D2C-8B21-747F06509765}" destId="{D86E52D2-4751-47E4-ADC7-2512279647AA}" srcOrd="0" destOrd="0" presId="urn:microsoft.com/office/officeart/2016/7/layout/BasicLinearProcessNumbered"/>
    <dgm:cxn modelId="{72FA9C4C-6659-4BBE-9A63-AEFF8F60D646}" type="presParOf" srcId="{D86E52D2-4751-47E4-ADC7-2512279647AA}" destId="{5C400077-F661-417A-9AA0-6B4B77EDF9E6}" srcOrd="0" destOrd="0" presId="urn:microsoft.com/office/officeart/2016/7/layout/BasicLinearProcessNumbered"/>
    <dgm:cxn modelId="{A4FBC616-4E23-4B85-8668-791937C0EDC7}" type="presParOf" srcId="{D86E52D2-4751-47E4-ADC7-2512279647AA}" destId="{C8C74266-E01F-4FD7-BDE7-8F136CD7BE91}" srcOrd="1" destOrd="0" presId="urn:microsoft.com/office/officeart/2016/7/layout/BasicLinearProcessNumbered"/>
    <dgm:cxn modelId="{3F5EEBA6-570F-424A-81E0-37A90F03FD9C}" type="presParOf" srcId="{D86E52D2-4751-47E4-ADC7-2512279647AA}" destId="{077EC241-BBD8-4E1E-B7B0-692EF05287C3}" srcOrd="2" destOrd="0" presId="urn:microsoft.com/office/officeart/2016/7/layout/BasicLinearProcessNumbered"/>
    <dgm:cxn modelId="{5F5F49A8-3A9B-4256-9A83-8765695C526B}" type="presParOf" srcId="{D86E52D2-4751-47E4-ADC7-2512279647AA}" destId="{6A942686-33F4-4578-95D9-B9D2A51A280F}" srcOrd="3" destOrd="0" presId="urn:microsoft.com/office/officeart/2016/7/layout/BasicLinearProcessNumbered"/>
    <dgm:cxn modelId="{C66DF2E4-2043-4E9D-82D5-AD104EAA77EC}" type="presParOf" srcId="{F22FD737-0B78-4D2C-8B21-747F06509765}" destId="{093BC374-9F75-4578-958D-B480E984E02E}" srcOrd="1" destOrd="0" presId="urn:microsoft.com/office/officeart/2016/7/layout/BasicLinearProcessNumbered"/>
    <dgm:cxn modelId="{CC4284E1-ADD7-4A38-AD2B-018D11DC3D0A}" type="presParOf" srcId="{F22FD737-0B78-4D2C-8B21-747F06509765}" destId="{AD5ADBF4-5A1D-4392-95D9-7AFB8DA43257}" srcOrd="2" destOrd="0" presId="urn:microsoft.com/office/officeart/2016/7/layout/BasicLinearProcessNumbered"/>
    <dgm:cxn modelId="{D6089834-BCAE-44F4-BC65-F68501BAE4E9}" type="presParOf" srcId="{AD5ADBF4-5A1D-4392-95D9-7AFB8DA43257}" destId="{5F5B3662-8B78-4565-91D6-76973BF94215}" srcOrd="0" destOrd="0" presId="urn:microsoft.com/office/officeart/2016/7/layout/BasicLinearProcessNumbered"/>
    <dgm:cxn modelId="{8FA49945-EAC3-4770-8A2C-037575792B8D}" type="presParOf" srcId="{AD5ADBF4-5A1D-4392-95D9-7AFB8DA43257}" destId="{1CCC3183-35FF-4910-90EA-11265A963D2F}" srcOrd="1" destOrd="0" presId="urn:microsoft.com/office/officeart/2016/7/layout/BasicLinearProcessNumbered"/>
    <dgm:cxn modelId="{85374184-1803-4124-B321-EB068C00B19E}" type="presParOf" srcId="{AD5ADBF4-5A1D-4392-95D9-7AFB8DA43257}" destId="{E99D404F-5E87-40CA-B3B2-02842BEBCFBD}" srcOrd="2" destOrd="0" presId="urn:microsoft.com/office/officeart/2016/7/layout/BasicLinearProcessNumbered"/>
    <dgm:cxn modelId="{41A56044-7C17-476E-B0BD-ACF1729A0F1F}" type="presParOf" srcId="{AD5ADBF4-5A1D-4392-95D9-7AFB8DA43257}" destId="{43E2BA13-932B-4DF6-9BAE-44248DBBFB78}" srcOrd="3" destOrd="0" presId="urn:microsoft.com/office/officeart/2016/7/layout/BasicLinearProcessNumbered"/>
    <dgm:cxn modelId="{E1285FA7-BDFA-4BB6-A7E4-8E6C0DD5C3B2}" type="presParOf" srcId="{F22FD737-0B78-4D2C-8B21-747F06509765}" destId="{F585CFEF-68C3-46B6-A7AE-584B324D0EEE}" srcOrd="3" destOrd="0" presId="urn:microsoft.com/office/officeart/2016/7/layout/BasicLinearProcessNumbered"/>
    <dgm:cxn modelId="{6020D872-AE63-445F-97CB-BF6B1A2CEC69}" type="presParOf" srcId="{F22FD737-0B78-4D2C-8B21-747F06509765}" destId="{CFB23062-3EF6-4809-8BDD-66C6954CC435}" srcOrd="4" destOrd="0" presId="urn:microsoft.com/office/officeart/2016/7/layout/BasicLinearProcessNumbered"/>
    <dgm:cxn modelId="{946B7B3C-B3B0-402F-A736-79193A1613B9}" type="presParOf" srcId="{CFB23062-3EF6-4809-8BDD-66C6954CC435}" destId="{75EA9B43-5C29-4DF0-BBCE-7F7FDB25228D}" srcOrd="0" destOrd="0" presId="urn:microsoft.com/office/officeart/2016/7/layout/BasicLinearProcessNumbered"/>
    <dgm:cxn modelId="{5825FDE4-81D9-4F37-AA15-3507F0191DBB}" type="presParOf" srcId="{CFB23062-3EF6-4809-8BDD-66C6954CC435}" destId="{5ADC9EE7-47AE-4EA0-9330-D87F56BA09A8}" srcOrd="1" destOrd="0" presId="urn:microsoft.com/office/officeart/2016/7/layout/BasicLinearProcessNumbered"/>
    <dgm:cxn modelId="{464B465B-CB21-469C-BDBD-9637C70315CA}" type="presParOf" srcId="{CFB23062-3EF6-4809-8BDD-66C6954CC435}" destId="{FCAE1BA8-1CB8-4B04-8D14-96D830EEE7F7}" srcOrd="2" destOrd="0" presId="urn:microsoft.com/office/officeart/2016/7/layout/BasicLinearProcessNumbered"/>
    <dgm:cxn modelId="{997E398E-E379-42B6-A201-9C82A05AAF1C}" type="presParOf" srcId="{CFB23062-3EF6-4809-8BDD-66C6954CC435}" destId="{474C5A1E-2CC7-41D7-98A5-BACE7B292421}" srcOrd="3" destOrd="0" presId="urn:microsoft.com/office/officeart/2016/7/layout/BasicLinearProcessNumbered"/>
    <dgm:cxn modelId="{229DF383-ACF1-47E6-B7B6-4DCA2295C9E2}" type="presParOf" srcId="{F22FD737-0B78-4D2C-8B21-747F06509765}" destId="{F73744AE-406A-43FF-8C45-DFD370522AAD}" srcOrd="5" destOrd="0" presId="urn:microsoft.com/office/officeart/2016/7/layout/BasicLinearProcessNumbered"/>
    <dgm:cxn modelId="{F15B92C6-50FB-46F1-BD98-861A4887EFAA}" type="presParOf" srcId="{F22FD737-0B78-4D2C-8B21-747F06509765}" destId="{80E612BF-1F62-4D7D-AEB8-2A44DEF95894}" srcOrd="6" destOrd="0" presId="urn:microsoft.com/office/officeart/2016/7/layout/BasicLinearProcessNumbered"/>
    <dgm:cxn modelId="{0DC2F56C-B640-4E94-A92F-EE44E82B9580}" type="presParOf" srcId="{80E612BF-1F62-4D7D-AEB8-2A44DEF95894}" destId="{19DD757D-67D1-4112-B90B-2B5754BBC4C8}" srcOrd="0" destOrd="0" presId="urn:microsoft.com/office/officeart/2016/7/layout/BasicLinearProcessNumbered"/>
    <dgm:cxn modelId="{56CF0226-3CB5-4922-A539-C6ABA47D0B0E}" type="presParOf" srcId="{80E612BF-1F62-4D7D-AEB8-2A44DEF95894}" destId="{3977D54A-C817-4384-8034-3E101DEF29C6}" srcOrd="1" destOrd="0" presId="urn:microsoft.com/office/officeart/2016/7/layout/BasicLinearProcessNumbered"/>
    <dgm:cxn modelId="{953B1149-D1E0-4235-9114-E286617181BC}" type="presParOf" srcId="{80E612BF-1F62-4D7D-AEB8-2A44DEF95894}" destId="{3FC46A6C-0DDC-4C9D-A48C-2DA4D2FF2EAF}" srcOrd="2" destOrd="0" presId="urn:microsoft.com/office/officeart/2016/7/layout/BasicLinearProcessNumbered"/>
    <dgm:cxn modelId="{13B66A99-31B4-488D-B560-65C068424073}" type="presParOf" srcId="{80E612BF-1F62-4D7D-AEB8-2A44DEF95894}" destId="{13918693-99AB-4AD1-A731-6A6D715338F3}" srcOrd="3" destOrd="0" presId="urn:microsoft.com/office/officeart/2016/7/layout/BasicLinearProcessNumbered"/>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CA7EC6D-0CB6-49AF-A7D5-DC91A2E8BD5C}"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9A926999-48D8-46BB-B6DF-4DF8068897EC}">
      <dgm:prSet/>
      <dgm:spPr/>
      <dgm:t>
        <a:bodyPr/>
        <a:lstStyle/>
        <a:p>
          <a:pPr>
            <a:lnSpc>
              <a:spcPct val="100000"/>
            </a:lnSpc>
          </a:pPr>
          <a:r>
            <a:rPr lang="en-US"/>
            <a:t>Example test metrics (mediapipe backend): Accuracy ~0.89–0.94; Precision ~0.84–1.0; Recall ~0.67–0.89; F1 ~0.75–0.89 (tunable via threshold/pos_weight).</a:t>
          </a:r>
        </a:p>
      </dgm:t>
    </dgm:pt>
    <dgm:pt modelId="{71E86F3A-34B1-4881-9B39-FCAB42E0B227}" type="parTrans" cxnId="{896EB09D-A02E-4A87-8878-91270C496F25}">
      <dgm:prSet/>
      <dgm:spPr/>
      <dgm:t>
        <a:bodyPr/>
        <a:lstStyle/>
        <a:p>
          <a:endParaRPr lang="en-US"/>
        </a:p>
      </dgm:t>
    </dgm:pt>
    <dgm:pt modelId="{4885E71B-CBDE-4222-9AFB-D8999E74DD23}" type="sibTrans" cxnId="{896EB09D-A02E-4A87-8878-91270C496F25}">
      <dgm:prSet/>
      <dgm:spPr/>
      <dgm:t>
        <a:bodyPr/>
        <a:lstStyle/>
        <a:p>
          <a:endParaRPr lang="en-US"/>
        </a:p>
      </dgm:t>
    </dgm:pt>
    <dgm:pt modelId="{11EB3FF1-D6F3-4E22-8370-DAD15F2AF903}">
      <dgm:prSet/>
      <dgm:spPr/>
      <dgm:t>
        <a:bodyPr/>
        <a:lstStyle/>
        <a:p>
          <a:pPr>
            <a:lnSpc>
              <a:spcPct val="100000"/>
            </a:lnSpc>
          </a:pPr>
          <a:r>
            <a:rPr lang="en-US"/>
            <a:t>Inference speed: ~30+ fps on CPU with smoothing.</a:t>
          </a:r>
        </a:p>
      </dgm:t>
    </dgm:pt>
    <dgm:pt modelId="{011AEBB3-463E-43DF-8710-D1B5B10F607D}" type="parTrans" cxnId="{3D64AD4B-1741-455B-BD7A-E8A0510753F1}">
      <dgm:prSet/>
      <dgm:spPr/>
      <dgm:t>
        <a:bodyPr/>
        <a:lstStyle/>
        <a:p>
          <a:endParaRPr lang="en-US"/>
        </a:p>
      </dgm:t>
    </dgm:pt>
    <dgm:pt modelId="{1D168D20-A5C1-4715-A3EE-01E64668DA35}" type="sibTrans" cxnId="{3D64AD4B-1741-455B-BD7A-E8A0510753F1}">
      <dgm:prSet/>
      <dgm:spPr/>
      <dgm:t>
        <a:bodyPr/>
        <a:lstStyle/>
        <a:p>
          <a:endParaRPr lang="en-US"/>
        </a:p>
      </dgm:t>
    </dgm:pt>
    <dgm:pt modelId="{4B7F124E-CED4-4004-AEF9-2D64111B0AE6}">
      <dgm:prSet/>
      <dgm:spPr/>
      <dgm:t>
        <a:bodyPr/>
        <a:lstStyle/>
        <a:p>
          <a:pPr>
            <a:lnSpc>
              <a:spcPct val="100000"/>
            </a:lnSpc>
          </a:pPr>
          <a:r>
            <a:rPr lang="en-US"/>
            <a:t>Demo note: Live webcam via python scripts/run_inference.py (defaults from config).</a:t>
          </a:r>
        </a:p>
      </dgm:t>
    </dgm:pt>
    <dgm:pt modelId="{B6B811FA-4211-40B1-8F54-4FEA60A56067}" type="parTrans" cxnId="{7F2948B5-3B70-48E3-92B6-35AA2F5AFADC}">
      <dgm:prSet/>
      <dgm:spPr/>
      <dgm:t>
        <a:bodyPr/>
        <a:lstStyle/>
        <a:p>
          <a:endParaRPr lang="en-US"/>
        </a:p>
      </dgm:t>
    </dgm:pt>
    <dgm:pt modelId="{CAAC965C-1C13-48FE-9CD6-13A27DB2B303}" type="sibTrans" cxnId="{7F2948B5-3B70-48E3-92B6-35AA2F5AFADC}">
      <dgm:prSet/>
      <dgm:spPr/>
      <dgm:t>
        <a:bodyPr/>
        <a:lstStyle/>
        <a:p>
          <a:endParaRPr lang="en-US"/>
        </a:p>
      </dgm:t>
    </dgm:pt>
    <dgm:pt modelId="{CEB649D9-9904-4F62-A27C-7D96F64BEE50}" type="pres">
      <dgm:prSet presAssocID="{9CA7EC6D-0CB6-49AF-A7D5-DC91A2E8BD5C}" presName="root" presStyleCnt="0">
        <dgm:presLayoutVars>
          <dgm:dir/>
          <dgm:resizeHandles val="exact"/>
        </dgm:presLayoutVars>
      </dgm:prSet>
      <dgm:spPr/>
    </dgm:pt>
    <dgm:pt modelId="{EE6BE6A2-C420-4679-99A9-6E729C76542C}" type="pres">
      <dgm:prSet presAssocID="{9A926999-48D8-46BB-B6DF-4DF8068897EC}" presName="compNode" presStyleCnt="0"/>
      <dgm:spPr/>
    </dgm:pt>
    <dgm:pt modelId="{9E38CEB3-B751-4A7C-9760-1AF8136F25AE}" type="pres">
      <dgm:prSet presAssocID="{9A926999-48D8-46BB-B6DF-4DF8068897EC}"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Target"/>
        </a:ext>
      </dgm:extLst>
    </dgm:pt>
    <dgm:pt modelId="{E42CAEDC-91AB-4DEE-B84A-892A47DAEBCC}" type="pres">
      <dgm:prSet presAssocID="{9A926999-48D8-46BB-B6DF-4DF8068897EC}" presName="spaceRect" presStyleCnt="0"/>
      <dgm:spPr/>
    </dgm:pt>
    <dgm:pt modelId="{58164ACC-3D9D-49C3-8CD9-D73893ABB409}" type="pres">
      <dgm:prSet presAssocID="{9A926999-48D8-46BB-B6DF-4DF8068897EC}" presName="textRect" presStyleLbl="revTx" presStyleIdx="0" presStyleCnt="3">
        <dgm:presLayoutVars>
          <dgm:chMax val="1"/>
          <dgm:chPref val="1"/>
        </dgm:presLayoutVars>
      </dgm:prSet>
      <dgm:spPr/>
    </dgm:pt>
    <dgm:pt modelId="{730A3785-71FA-4713-815C-A62A3E3598B3}" type="pres">
      <dgm:prSet presAssocID="{4885E71B-CBDE-4222-9AFB-D8999E74DD23}" presName="sibTrans" presStyleCnt="0"/>
      <dgm:spPr/>
    </dgm:pt>
    <dgm:pt modelId="{F0390970-98C3-4E97-B489-EF4FCCECF4DE}" type="pres">
      <dgm:prSet presAssocID="{11EB3FF1-D6F3-4E22-8370-DAD15F2AF903}" presName="compNode" presStyleCnt="0"/>
      <dgm:spPr/>
    </dgm:pt>
    <dgm:pt modelId="{2C4913A1-ADA7-47C1-8095-012D7EAF7073}" type="pres">
      <dgm:prSet presAssocID="{11EB3FF1-D6F3-4E22-8370-DAD15F2AF903}"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Processor"/>
        </a:ext>
      </dgm:extLst>
    </dgm:pt>
    <dgm:pt modelId="{2F234226-3C82-420B-9C8C-3A501102D3DC}" type="pres">
      <dgm:prSet presAssocID="{11EB3FF1-D6F3-4E22-8370-DAD15F2AF903}" presName="spaceRect" presStyleCnt="0"/>
      <dgm:spPr/>
    </dgm:pt>
    <dgm:pt modelId="{90B94201-81B4-4403-9440-72980F63D11A}" type="pres">
      <dgm:prSet presAssocID="{11EB3FF1-D6F3-4E22-8370-DAD15F2AF903}" presName="textRect" presStyleLbl="revTx" presStyleIdx="1" presStyleCnt="3">
        <dgm:presLayoutVars>
          <dgm:chMax val="1"/>
          <dgm:chPref val="1"/>
        </dgm:presLayoutVars>
      </dgm:prSet>
      <dgm:spPr/>
    </dgm:pt>
    <dgm:pt modelId="{DB5A0094-AB65-4C94-80F4-7CBBC980A10F}" type="pres">
      <dgm:prSet presAssocID="{1D168D20-A5C1-4715-A3EE-01E64668DA35}" presName="sibTrans" presStyleCnt="0"/>
      <dgm:spPr/>
    </dgm:pt>
    <dgm:pt modelId="{9350062A-225A-4FBD-A73F-4E2473BE0F79}" type="pres">
      <dgm:prSet presAssocID="{4B7F124E-CED4-4004-AEF9-2D64111B0AE6}" presName="compNode" presStyleCnt="0"/>
      <dgm:spPr/>
    </dgm:pt>
    <dgm:pt modelId="{D9D3CFB0-2AB2-40B4-80A5-949D184316D7}" type="pres">
      <dgm:prSet presAssocID="{4B7F124E-CED4-4004-AEF9-2D64111B0AE6}"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Web cam"/>
        </a:ext>
      </dgm:extLst>
    </dgm:pt>
    <dgm:pt modelId="{1D574512-B15C-40F9-BC1F-DC4B16471EB0}" type="pres">
      <dgm:prSet presAssocID="{4B7F124E-CED4-4004-AEF9-2D64111B0AE6}" presName="spaceRect" presStyleCnt="0"/>
      <dgm:spPr/>
    </dgm:pt>
    <dgm:pt modelId="{2F75B8FF-86E5-4621-BF3B-BEB6DBE9835D}" type="pres">
      <dgm:prSet presAssocID="{4B7F124E-CED4-4004-AEF9-2D64111B0AE6}" presName="textRect" presStyleLbl="revTx" presStyleIdx="2" presStyleCnt="3">
        <dgm:presLayoutVars>
          <dgm:chMax val="1"/>
          <dgm:chPref val="1"/>
        </dgm:presLayoutVars>
      </dgm:prSet>
      <dgm:spPr/>
    </dgm:pt>
  </dgm:ptLst>
  <dgm:cxnLst>
    <dgm:cxn modelId="{37D03B0D-61DE-4C84-B542-B24A354F9A79}" type="presOf" srcId="{11EB3FF1-D6F3-4E22-8370-DAD15F2AF903}" destId="{90B94201-81B4-4403-9440-72980F63D11A}" srcOrd="0" destOrd="0" presId="urn:microsoft.com/office/officeart/2018/2/layout/IconLabelList"/>
    <dgm:cxn modelId="{3D64AD4B-1741-455B-BD7A-E8A0510753F1}" srcId="{9CA7EC6D-0CB6-49AF-A7D5-DC91A2E8BD5C}" destId="{11EB3FF1-D6F3-4E22-8370-DAD15F2AF903}" srcOrd="1" destOrd="0" parTransId="{011AEBB3-463E-43DF-8710-D1B5B10F607D}" sibTransId="{1D168D20-A5C1-4715-A3EE-01E64668DA35}"/>
    <dgm:cxn modelId="{472B6A88-8B13-412F-86B6-364FD458A776}" type="presOf" srcId="{9CA7EC6D-0CB6-49AF-A7D5-DC91A2E8BD5C}" destId="{CEB649D9-9904-4F62-A27C-7D96F64BEE50}" srcOrd="0" destOrd="0" presId="urn:microsoft.com/office/officeart/2018/2/layout/IconLabelList"/>
    <dgm:cxn modelId="{896EB09D-A02E-4A87-8878-91270C496F25}" srcId="{9CA7EC6D-0CB6-49AF-A7D5-DC91A2E8BD5C}" destId="{9A926999-48D8-46BB-B6DF-4DF8068897EC}" srcOrd="0" destOrd="0" parTransId="{71E86F3A-34B1-4881-9B39-FCAB42E0B227}" sibTransId="{4885E71B-CBDE-4222-9AFB-D8999E74DD23}"/>
    <dgm:cxn modelId="{7F2948B5-3B70-48E3-92B6-35AA2F5AFADC}" srcId="{9CA7EC6D-0CB6-49AF-A7D5-DC91A2E8BD5C}" destId="{4B7F124E-CED4-4004-AEF9-2D64111B0AE6}" srcOrd="2" destOrd="0" parTransId="{B6B811FA-4211-40B1-8F54-4FEA60A56067}" sibTransId="{CAAC965C-1C13-48FE-9CD6-13A27DB2B303}"/>
    <dgm:cxn modelId="{02B2BEB5-53FE-4D3C-B0B2-40125950864B}" type="presOf" srcId="{9A926999-48D8-46BB-B6DF-4DF8068897EC}" destId="{58164ACC-3D9D-49C3-8CD9-D73893ABB409}" srcOrd="0" destOrd="0" presId="urn:microsoft.com/office/officeart/2018/2/layout/IconLabelList"/>
    <dgm:cxn modelId="{A03A82BF-2098-4284-8E1B-254843BAEE86}" type="presOf" srcId="{4B7F124E-CED4-4004-AEF9-2D64111B0AE6}" destId="{2F75B8FF-86E5-4621-BF3B-BEB6DBE9835D}" srcOrd="0" destOrd="0" presId="urn:microsoft.com/office/officeart/2018/2/layout/IconLabelList"/>
    <dgm:cxn modelId="{0880A45F-0516-44FC-9B77-18FEF5F5D161}" type="presParOf" srcId="{CEB649D9-9904-4F62-A27C-7D96F64BEE50}" destId="{EE6BE6A2-C420-4679-99A9-6E729C76542C}" srcOrd="0" destOrd="0" presId="urn:microsoft.com/office/officeart/2018/2/layout/IconLabelList"/>
    <dgm:cxn modelId="{91EC5826-E08E-43B1-9583-5A18106D7D52}" type="presParOf" srcId="{EE6BE6A2-C420-4679-99A9-6E729C76542C}" destId="{9E38CEB3-B751-4A7C-9760-1AF8136F25AE}" srcOrd="0" destOrd="0" presId="urn:microsoft.com/office/officeart/2018/2/layout/IconLabelList"/>
    <dgm:cxn modelId="{C62D1D42-470B-46CE-8CCC-A516B7D802A6}" type="presParOf" srcId="{EE6BE6A2-C420-4679-99A9-6E729C76542C}" destId="{E42CAEDC-91AB-4DEE-B84A-892A47DAEBCC}" srcOrd="1" destOrd="0" presId="urn:microsoft.com/office/officeart/2018/2/layout/IconLabelList"/>
    <dgm:cxn modelId="{A027DBC6-BDBC-4198-972B-0643138A75C2}" type="presParOf" srcId="{EE6BE6A2-C420-4679-99A9-6E729C76542C}" destId="{58164ACC-3D9D-49C3-8CD9-D73893ABB409}" srcOrd="2" destOrd="0" presId="urn:microsoft.com/office/officeart/2018/2/layout/IconLabelList"/>
    <dgm:cxn modelId="{9854E1A3-DFF1-4CAD-84D2-D73E370807CB}" type="presParOf" srcId="{CEB649D9-9904-4F62-A27C-7D96F64BEE50}" destId="{730A3785-71FA-4713-815C-A62A3E3598B3}" srcOrd="1" destOrd="0" presId="urn:microsoft.com/office/officeart/2018/2/layout/IconLabelList"/>
    <dgm:cxn modelId="{BA9B5AE3-9507-40FC-98D0-D62921560FD6}" type="presParOf" srcId="{CEB649D9-9904-4F62-A27C-7D96F64BEE50}" destId="{F0390970-98C3-4E97-B489-EF4FCCECF4DE}" srcOrd="2" destOrd="0" presId="urn:microsoft.com/office/officeart/2018/2/layout/IconLabelList"/>
    <dgm:cxn modelId="{1DF65104-72B1-418C-85B2-B407D3392485}" type="presParOf" srcId="{F0390970-98C3-4E97-B489-EF4FCCECF4DE}" destId="{2C4913A1-ADA7-47C1-8095-012D7EAF7073}" srcOrd="0" destOrd="0" presId="urn:microsoft.com/office/officeart/2018/2/layout/IconLabelList"/>
    <dgm:cxn modelId="{BB9108CD-9C6B-44EB-B6CF-E464E8BAD2A3}" type="presParOf" srcId="{F0390970-98C3-4E97-B489-EF4FCCECF4DE}" destId="{2F234226-3C82-420B-9C8C-3A501102D3DC}" srcOrd="1" destOrd="0" presId="urn:microsoft.com/office/officeart/2018/2/layout/IconLabelList"/>
    <dgm:cxn modelId="{671A8DA8-9450-423D-8EE1-1E2ED47D7FC9}" type="presParOf" srcId="{F0390970-98C3-4E97-B489-EF4FCCECF4DE}" destId="{90B94201-81B4-4403-9440-72980F63D11A}" srcOrd="2" destOrd="0" presId="urn:microsoft.com/office/officeart/2018/2/layout/IconLabelList"/>
    <dgm:cxn modelId="{5294D251-B34F-432F-8DA4-009AD09ED72E}" type="presParOf" srcId="{CEB649D9-9904-4F62-A27C-7D96F64BEE50}" destId="{DB5A0094-AB65-4C94-80F4-7CBBC980A10F}" srcOrd="3" destOrd="0" presId="urn:microsoft.com/office/officeart/2018/2/layout/IconLabelList"/>
    <dgm:cxn modelId="{5D8668C8-899A-4962-AAF2-2815F17B460D}" type="presParOf" srcId="{CEB649D9-9904-4F62-A27C-7D96F64BEE50}" destId="{9350062A-225A-4FBD-A73F-4E2473BE0F79}" srcOrd="4" destOrd="0" presId="urn:microsoft.com/office/officeart/2018/2/layout/IconLabelList"/>
    <dgm:cxn modelId="{2F3AC4B0-4A64-4921-9BE4-838A74FE41BE}" type="presParOf" srcId="{9350062A-225A-4FBD-A73F-4E2473BE0F79}" destId="{D9D3CFB0-2AB2-40B4-80A5-949D184316D7}" srcOrd="0" destOrd="0" presId="urn:microsoft.com/office/officeart/2018/2/layout/IconLabelList"/>
    <dgm:cxn modelId="{EDEDF592-5262-4926-A270-E57A291E99DE}" type="presParOf" srcId="{9350062A-225A-4FBD-A73F-4E2473BE0F79}" destId="{1D574512-B15C-40F9-BC1F-DC4B16471EB0}" srcOrd="1" destOrd="0" presId="urn:microsoft.com/office/officeart/2018/2/layout/IconLabelList"/>
    <dgm:cxn modelId="{7B52CD7D-BEA7-4734-AFE6-79598ECD0A3A}" type="presParOf" srcId="{9350062A-225A-4FBD-A73F-4E2473BE0F79}" destId="{2F75B8FF-86E5-4621-BF3B-BEB6DBE9835D}"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9001EF6-3538-4A9B-99F2-A91E19EC3D1D}"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C11D6A90-5248-43E5-B06B-909F4C9E23CE}">
      <dgm:prSet/>
      <dgm:spPr/>
      <dgm:t>
        <a:bodyPr/>
        <a:lstStyle/>
        <a:p>
          <a:pPr>
            <a:lnSpc>
              <a:spcPct val="100000"/>
            </a:lnSpc>
          </a:pPr>
          <a:r>
            <a:rPr lang="en-US"/>
            <a:t>Limitations: Small dataset, recall sensitivity to threshold; pose/occlusion variance.</a:t>
          </a:r>
        </a:p>
      </dgm:t>
    </dgm:pt>
    <dgm:pt modelId="{98D67F06-76BB-44E2-B396-575A5EA4C454}" type="parTrans" cxnId="{8145BC2F-006F-48FF-BB0B-A407A3AB2CEF}">
      <dgm:prSet/>
      <dgm:spPr/>
      <dgm:t>
        <a:bodyPr/>
        <a:lstStyle/>
        <a:p>
          <a:endParaRPr lang="en-US"/>
        </a:p>
      </dgm:t>
    </dgm:pt>
    <dgm:pt modelId="{CFA10225-AAA3-4238-9CF8-C495F74E90AF}" type="sibTrans" cxnId="{8145BC2F-006F-48FF-BB0B-A407A3AB2CEF}">
      <dgm:prSet/>
      <dgm:spPr/>
      <dgm:t>
        <a:bodyPr/>
        <a:lstStyle/>
        <a:p>
          <a:endParaRPr lang="en-US"/>
        </a:p>
      </dgm:t>
    </dgm:pt>
    <dgm:pt modelId="{B2F130F7-A8B8-4645-B267-C950609143C7}">
      <dgm:prSet/>
      <dgm:spPr/>
      <dgm:t>
        <a:bodyPr/>
        <a:lstStyle/>
        <a:p>
          <a:pPr>
            <a:lnSpc>
              <a:spcPct val="100000"/>
            </a:lnSpc>
          </a:pPr>
          <a:r>
            <a:rPr lang="en-US"/>
            <a:t>Next: Collect a bit more talking data, fine-tune threshold on a held-out set, explore light temporal models or per-speaker calibration.</a:t>
          </a:r>
        </a:p>
      </dgm:t>
    </dgm:pt>
    <dgm:pt modelId="{7246545D-4EED-4B3A-9837-6B254E9F6F6A}" type="parTrans" cxnId="{FAE5B8E3-F819-4F7E-B016-A38E300B70C9}">
      <dgm:prSet/>
      <dgm:spPr/>
      <dgm:t>
        <a:bodyPr/>
        <a:lstStyle/>
        <a:p>
          <a:endParaRPr lang="en-US"/>
        </a:p>
      </dgm:t>
    </dgm:pt>
    <dgm:pt modelId="{18FEBC0D-F520-4F77-9A53-42B092CBB8EF}" type="sibTrans" cxnId="{FAE5B8E3-F819-4F7E-B016-A38E300B70C9}">
      <dgm:prSet/>
      <dgm:spPr/>
      <dgm:t>
        <a:bodyPr/>
        <a:lstStyle/>
        <a:p>
          <a:endParaRPr lang="en-US"/>
        </a:p>
      </dgm:t>
    </dgm:pt>
    <dgm:pt modelId="{4046AA26-EE36-440B-8B0B-B6F07B732011}" type="pres">
      <dgm:prSet presAssocID="{39001EF6-3538-4A9B-99F2-A91E19EC3D1D}" presName="root" presStyleCnt="0">
        <dgm:presLayoutVars>
          <dgm:dir/>
          <dgm:resizeHandles val="exact"/>
        </dgm:presLayoutVars>
      </dgm:prSet>
      <dgm:spPr/>
    </dgm:pt>
    <dgm:pt modelId="{6046B3B8-271E-422A-967A-932F47662695}" type="pres">
      <dgm:prSet presAssocID="{C11D6A90-5248-43E5-B06B-909F4C9E23CE}" presName="compNode" presStyleCnt="0"/>
      <dgm:spPr/>
    </dgm:pt>
    <dgm:pt modelId="{C79F90BB-C51D-4043-89D6-37AF58AA66B1}" type="pres">
      <dgm:prSet presAssocID="{C11D6A90-5248-43E5-B06B-909F4C9E23CE}"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Statistics"/>
        </a:ext>
      </dgm:extLst>
    </dgm:pt>
    <dgm:pt modelId="{C90662B4-6E4A-4FF7-960F-EBC510AEBDD8}" type="pres">
      <dgm:prSet presAssocID="{C11D6A90-5248-43E5-B06B-909F4C9E23CE}" presName="spaceRect" presStyleCnt="0"/>
      <dgm:spPr/>
    </dgm:pt>
    <dgm:pt modelId="{4252CCAC-89C5-491E-ACFE-0A3ADE5B3491}" type="pres">
      <dgm:prSet presAssocID="{C11D6A90-5248-43E5-B06B-909F4C9E23CE}" presName="textRect" presStyleLbl="revTx" presStyleIdx="0" presStyleCnt="2">
        <dgm:presLayoutVars>
          <dgm:chMax val="1"/>
          <dgm:chPref val="1"/>
        </dgm:presLayoutVars>
      </dgm:prSet>
      <dgm:spPr/>
    </dgm:pt>
    <dgm:pt modelId="{68CDB0FD-2645-48E5-B404-5B196ED87507}" type="pres">
      <dgm:prSet presAssocID="{CFA10225-AAA3-4238-9CF8-C495F74E90AF}" presName="sibTrans" presStyleCnt="0"/>
      <dgm:spPr/>
    </dgm:pt>
    <dgm:pt modelId="{7131864A-B706-4EAB-9AEE-8CA4644EFCF9}" type="pres">
      <dgm:prSet presAssocID="{B2F130F7-A8B8-4645-B267-C950609143C7}" presName="compNode" presStyleCnt="0"/>
      <dgm:spPr/>
    </dgm:pt>
    <dgm:pt modelId="{C2CA864C-D236-4CAC-96FD-CC185F46840C}" type="pres">
      <dgm:prSet presAssocID="{B2F130F7-A8B8-4645-B267-C950609143C7}"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Maze"/>
        </a:ext>
      </dgm:extLst>
    </dgm:pt>
    <dgm:pt modelId="{2B2CDE2E-4669-4C6A-B28D-119D6C47C8D9}" type="pres">
      <dgm:prSet presAssocID="{B2F130F7-A8B8-4645-B267-C950609143C7}" presName="spaceRect" presStyleCnt="0"/>
      <dgm:spPr/>
    </dgm:pt>
    <dgm:pt modelId="{6A5DADA9-FB52-431D-91B4-7D5E32512F5F}" type="pres">
      <dgm:prSet presAssocID="{B2F130F7-A8B8-4645-B267-C950609143C7}" presName="textRect" presStyleLbl="revTx" presStyleIdx="1" presStyleCnt="2">
        <dgm:presLayoutVars>
          <dgm:chMax val="1"/>
          <dgm:chPref val="1"/>
        </dgm:presLayoutVars>
      </dgm:prSet>
      <dgm:spPr/>
    </dgm:pt>
  </dgm:ptLst>
  <dgm:cxnLst>
    <dgm:cxn modelId="{8145BC2F-006F-48FF-BB0B-A407A3AB2CEF}" srcId="{39001EF6-3538-4A9B-99F2-A91E19EC3D1D}" destId="{C11D6A90-5248-43E5-B06B-909F4C9E23CE}" srcOrd="0" destOrd="0" parTransId="{98D67F06-76BB-44E2-B396-575A5EA4C454}" sibTransId="{CFA10225-AAA3-4238-9CF8-C495F74E90AF}"/>
    <dgm:cxn modelId="{05B65330-BC67-47E2-872E-D625A129F7B0}" type="presOf" srcId="{39001EF6-3538-4A9B-99F2-A91E19EC3D1D}" destId="{4046AA26-EE36-440B-8B0B-B6F07B732011}" srcOrd="0" destOrd="0" presId="urn:microsoft.com/office/officeart/2018/2/layout/IconLabelList"/>
    <dgm:cxn modelId="{28140A94-38BF-4793-940F-5C53776F4CCD}" type="presOf" srcId="{C11D6A90-5248-43E5-B06B-909F4C9E23CE}" destId="{4252CCAC-89C5-491E-ACFE-0A3ADE5B3491}" srcOrd="0" destOrd="0" presId="urn:microsoft.com/office/officeart/2018/2/layout/IconLabelList"/>
    <dgm:cxn modelId="{7AE72FAE-78BF-4327-995B-A9E6EA66EB41}" type="presOf" srcId="{B2F130F7-A8B8-4645-B267-C950609143C7}" destId="{6A5DADA9-FB52-431D-91B4-7D5E32512F5F}" srcOrd="0" destOrd="0" presId="urn:microsoft.com/office/officeart/2018/2/layout/IconLabelList"/>
    <dgm:cxn modelId="{FAE5B8E3-F819-4F7E-B016-A38E300B70C9}" srcId="{39001EF6-3538-4A9B-99F2-A91E19EC3D1D}" destId="{B2F130F7-A8B8-4645-B267-C950609143C7}" srcOrd="1" destOrd="0" parTransId="{7246545D-4EED-4B3A-9837-6B254E9F6F6A}" sibTransId="{18FEBC0D-F520-4F77-9A53-42B092CBB8EF}"/>
    <dgm:cxn modelId="{85EFFFCC-B909-44FE-8770-B05205F2FEF8}" type="presParOf" srcId="{4046AA26-EE36-440B-8B0B-B6F07B732011}" destId="{6046B3B8-271E-422A-967A-932F47662695}" srcOrd="0" destOrd="0" presId="urn:microsoft.com/office/officeart/2018/2/layout/IconLabelList"/>
    <dgm:cxn modelId="{EE2411A7-DCBB-44F7-9603-89CCAE7459B7}" type="presParOf" srcId="{6046B3B8-271E-422A-967A-932F47662695}" destId="{C79F90BB-C51D-4043-89D6-37AF58AA66B1}" srcOrd="0" destOrd="0" presId="urn:microsoft.com/office/officeart/2018/2/layout/IconLabelList"/>
    <dgm:cxn modelId="{D23E591B-C5B9-429E-86B1-4F62FEEB8B51}" type="presParOf" srcId="{6046B3B8-271E-422A-967A-932F47662695}" destId="{C90662B4-6E4A-4FF7-960F-EBC510AEBDD8}" srcOrd="1" destOrd="0" presId="urn:microsoft.com/office/officeart/2018/2/layout/IconLabelList"/>
    <dgm:cxn modelId="{E0E5C139-A5BF-47B8-A603-C35DAA636665}" type="presParOf" srcId="{6046B3B8-271E-422A-967A-932F47662695}" destId="{4252CCAC-89C5-491E-ACFE-0A3ADE5B3491}" srcOrd="2" destOrd="0" presId="urn:microsoft.com/office/officeart/2018/2/layout/IconLabelList"/>
    <dgm:cxn modelId="{D85DA804-CEC1-43B6-AA1F-DEAC88C0B24E}" type="presParOf" srcId="{4046AA26-EE36-440B-8B0B-B6F07B732011}" destId="{68CDB0FD-2645-48E5-B404-5B196ED87507}" srcOrd="1" destOrd="0" presId="urn:microsoft.com/office/officeart/2018/2/layout/IconLabelList"/>
    <dgm:cxn modelId="{D7A2035E-78ED-4450-9C44-E0E706F808EB}" type="presParOf" srcId="{4046AA26-EE36-440B-8B0B-B6F07B732011}" destId="{7131864A-B706-4EAB-9AEE-8CA4644EFCF9}" srcOrd="2" destOrd="0" presId="urn:microsoft.com/office/officeart/2018/2/layout/IconLabelList"/>
    <dgm:cxn modelId="{9177DB95-A13F-4411-8F51-41EF6D104F27}" type="presParOf" srcId="{7131864A-B706-4EAB-9AEE-8CA4644EFCF9}" destId="{C2CA864C-D236-4CAC-96FD-CC185F46840C}" srcOrd="0" destOrd="0" presId="urn:microsoft.com/office/officeart/2018/2/layout/IconLabelList"/>
    <dgm:cxn modelId="{96D4A4F0-4A4A-4868-AA17-C1D38F0274D7}" type="presParOf" srcId="{7131864A-B706-4EAB-9AEE-8CA4644EFCF9}" destId="{2B2CDE2E-4669-4C6A-B28D-119D6C47C8D9}" srcOrd="1" destOrd="0" presId="urn:microsoft.com/office/officeart/2018/2/layout/IconLabelList"/>
    <dgm:cxn modelId="{226A32C4-421A-4FD5-BDC3-CAA7E125367D}" type="presParOf" srcId="{7131864A-B706-4EAB-9AEE-8CA4644EFCF9}" destId="{6A5DADA9-FB52-431D-91B4-7D5E32512F5F}"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7934A606-BE7B-4CC7-A0C5-D03945A0ABAF}"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3FB79DA3-9B42-40AE-9D6D-E9C9FBC6D820}">
      <dgm:prSet custT="1"/>
      <dgm:spPr/>
      <dgm:t>
        <a:bodyPr/>
        <a:lstStyle/>
        <a:p>
          <a:pPr>
            <a:lnSpc>
              <a:spcPct val="100000"/>
            </a:lnSpc>
          </a:pPr>
          <a:r>
            <a:rPr lang="en-US" sz="2400" dirty="0"/>
            <a:t>Takeaways: Compact feature set + lightweight NN achieves real-time talking detection; config-driven pipeline for repeatable runs; recall improved via class weighting and tuning.</a:t>
          </a:r>
        </a:p>
      </dgm:t>
    </dgm:pt>
    <dgm:pt modelId="{4E5C6B11-83E5-429B-935F-939677FC9D2A}" type="parTrans" cxnId="{2E2BC207-AF50-49FE-A1DC-35D1216C0006}">
      <dgm:prSet/>
      <dgm:spPr/>
      <dgm:t>
        <a:bodyPr/>
        <a:lstStyle/>
        <a:p>
          <a:endParaRPr lang="en-US"/>
        </a:p>
      </dgm:t>
    </dgm:pt>
    <dgm:pt modelId="{A63CC56A-1934-44DD-B444-EBD9CDD099B7}" type="sibTrans" cxnId="{2E2BC207-AF50-49FE-A1DC-35D1216C0006}">
      <dgm:prSet/>
      <dgm:spPr/>
      <dgm:t>
        <a:bodyPr/>
        <a:lstStyle/>
        <a:p>
          <a:endParaRPr lang="en-US"/>
        </a:p>
      </dgm:t>
    </dgm:pt>
    <dgm:pt modelId="{AC87A662-91F9-4D35-A997-954ED0924118}" type="pres">
      <dgm:prSet presAssocID="{7934A606-BE7B-4CC7-A0C5-D03945A0ABAF}" presName="root" presStyleCnt="0">
        <dgm:presLayoutVars>
          <dgm:dir/>
          <dgm:resizeHandles val="exact"/>
        </dgm:presLayoutVars>
      </dgm:prSet>
      <dgm:spPr/>
    </dgm:pt>
    <dgm:pt modelId="{B48B1D5C-EB96-4882-BE67-27DF69EF66D1}" type="pres">
      <dgm:prSet presAssocID="{3FB79DA3-9B42-40AE-9D6D-E9C9FBC6D820}" presName="compNode" presStyleCnt="0"/>
      <dgm:spPr/>
    </dgm:pt>
    <dgm:pt modelId="{4ED23186-AE09-4DBB-A95E-AA7982ADE681}" type="pres">
      <dgm:prSet presAssocID="{3FB79DA3-9B42-40AE-9D6D-E9C9FBC6D820}" presName="bgRect" presStyleLbl="bgShp" presStyleIdx="0" presStyleCnt="1" custScaleY="136332"/>
      <dgm:spPr/>
    </dgm:pt>
    <dgm:pt modelId="{D32CA8CA-0008-4C25-A6D9-E0E14CA366E6}" type="pres">
      <dgm:prSet presAssocID="{3FB79DA3-9B42-40AE-9D6D-E9C9FBC6D820}" presName="iconRect" presStyleLbl="node1" presStyleIdx="0" presStyleCnt="1"/>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Gears"/>
        </a:ext>
      </dgm:extLst>
    </dgm:pt>
    <dgm:pt modelId="{188D702C-3B12-4125-9E20-8ACD1FF56DB1}" type="pres">
      <dgm:prSet presAssocID="{3FB79DA3-9B42-40AE-9D6D-E9C9FBC6D820}" presName="spaceRect" presStyleCnt="0"/>
      <dgm:spPr/>
    </dgm:pt>
    <dgm:pt modelId="{0993FF44-9A1F-4738-9038-0B6E8B713DEB}" type="pres">
      <dgm:prSet presAssocID="{3FB79DA3-9B42-40AE-9D6D-E9C9FBC6D820}" presName="parTx" presStyleLbl="revTx" presStyleIdx="0" presStyleCnt="1" custScaleY="172909">
        <dgm:presLayoutVars>
          <dgm:chMax val="0"/>
          <dgm:chPref val="0"/>
        </dgm:presLayoutVars>
      </dgm:prSet>
      <dgm:spPr/>
    </dgm:pt>
  </dgm:ptLst>
  <dgm:cxnLst>
    <dgm:cxn modelId="{2E2BC207-AF50-49FE-A1DC-35D1216C0006}" srcId="{7934A606-BE7B-4CC7-A0C5-D03945A0ABAF}" destId="{3FB79DA3-9B42-40AE-9D6D-E9C9FBC6D820}" srcOrd="0" destOrd="0" parTransId="{4E5C6B11-83E5-429B-935F-939677FC9D2A}" sibTransId="{A63CC56A-1934-44DD-B444-EBD9CDD099B7}"/>
    <dgm:cxn modelId="{6B963216-CA7B-4519-A095-5A333432703D}" type="presOf" srcId="{7934A606-BE7B-4CC7-A0C5-D03945A0ABAF}" destId="{AC87A662-91F9-4D35-A997-954ED0924118}" srcOrd="0" destOrd="0" presId="urn:microsoft.com/office/officeart/2018/2/layout/IconVerticalSolidList"/>
    <dgm:cxn modelId="{96BCAD4A-E3EA-4158-8B21-024804D0EE76}" type="presOf" srcId="{3FB79DA3-9B42-40AE-9D6D-E9C9FBC6D820}" destId="{0993FF44-9A1F-4738-9038-0B6E8B713DEB}" srcOrd="0" destOrd="0" presId="urn:microsoft.com/office/officeart/2018/2/layout/IconVerticalSolidList"/>
    <dgm:cxn modelId="{2B526F16-3D72-449B-9D69-BCC92A6DC3CF}" type="presParOf" srcId="{AC87A662-91F9-4D35-A997-954ED0924118}" destId="{B48B1D5C-EB96-4882-BE67-27DF69EF66D1}" srcOrd="0" destOrd="0" presId="urn:microsoft.com/office/officeart/2018/2/layout/IconVerticalSolidList"/>
    <dgm:cxn modelId="{CAC8273D-91FB-4657-B348-185B4B9C175A}" type="presParOf" srcId="{B48B1D5C-EB96-4882-BE67-27DF69EF66D1}" destId="{4ED23186-AE09-4DBB-A95E-AA7982ADE681}" srcOrd="0" destOrd="0" presId="urn:microsoft.com/office/officeart/2018/2/layout/IconVerticalSolidList"/>
    <dgm:cxn modelId="{61BB2AA0-DE53-4D73-9C3D-7B26D5EBFDEE}" type="presParOf" srcId="{B48B1D5C-EB96-4882-BE67-27DF69EF66D1}" destId="{D32CA8CA-0008-4C25-A6D9-E0E14CA366E6}" srcOrd="1" destOrd="0" presId="urn:microsoft.com/office/officeart/2018/2/layout/IconVerticalSolidList"/>
    <dgm:cxn modelId="{06BB6023-C96B-4700-9C1E-BCF9A0B53F4C}" type="presParOf" srcId="{B48B1D5C-EB96-4882-BE67-27DF69EF66D1}" destId="{188D702C-3B12-4125-9E20-8ACD1FF56DB1}" srcOrd="2" destOrd="0" presId="urn:microsoft.com/office/officeart/2018/2/layout/IconVerticalSolidList"/>
    <dgm:cxn modelId="{011E8BE7-72EC-447F-A2AB-F326B6706429}" type="presParOf" srcId="{B48B1D5C-EB96-4882-BE67-27DF69EF66D1}" destId="{0993FF44-9A1F-4738-9038-0B6E8B713DEB}"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E9206766-7818-4A51-B447-FE01E077F1C7}"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BDE66C55-AD30-41F4-B039-8E10E1374AB3}">
      <dgm:prSet/>
      <dgm:spPr/>
      <dgm:t>
        <a:bodyPr/>
        <a:lstStyle/>
        <a:p>
          <a:pPr>
            <a:defRPr cap="all"/>
          </a:pPr>
          <a:r>
            <a:rPr lang="en-US"/>
            <a:t>THANK YOU</a:t>
          </a:r>
        </a:p>
      </dgm:t>
    </dgm:pt>
    <dgm:pt modelId="{608021BC-B353-4936-9F7F-063C75FF4D9C}" type="parTrans" cxnId="{1B5260A2-D534-4C8F-9749-82663B8729C7}">
      <dgm:prSet/>
      <dgm:spPr/>
      <dgm:t>
        <a:bodyPr/>
        <a:lstStyle/>
        <a:p>
          <a:endParaRPr lang="en-US"/>
        </a:p>
      </dgm:t>
    </dgm:pt>
    <dgm:pt modelId="{802FA286-8F22-4516-9E32-ED13CF202D7C}" type="sibTrans" cxnId="{1B5260A2-D534-4C8F-9749-82663B8729C7}">
      <dgm:prSet/>
      <dgm:spPr/>
      <dgm:t>
        <a:bodyPr/>
        <a:lstStyle/>
        <a:p>
          <a:endParaRPr lang="en-US"/>
        </a:p>
      </dgm:t>
    </dgm:pt>
    <dgm:pt modelId="{A3D98A95-0693-4DA4-910B-50044176543B}">
      <dgm:prSet/>
      <dgm:spPr/>
      <dgm:t>
        <a:bodyPr/>
        <a:lstStyle/>
        <a:p>
          <a:pPr>
            <a:defRPr cap="all"/>
          </a:pPr>
          <a:r>
            <a:rPr lang="en-US"/>
            <a:t>QUESTIONS</a:t>
          </a:r>
        </a:p>
      </dgm:t>
    </dgm:pt>
    <dgm:pt modelId="{3EC002E8-4618-41C2-B96D-24AE6F6C84BD}" type="parTrans" cxnId="{C4FC6525-8D98-449A-A816-CB6A8C24F086}">
      <dgm:prSet/>
      <dgm:spPr/>
      <dgm:t>
        <a:bodyPr/>
        <a:lstStyle/>
        <a:p>
          <a:endParaRPr lang="en-US"/>
        </a:p>
      </dgm:t>
    </dgm:pt>
    <dgm:pt modelId="{F3614757-3AB4-4F25-BB78-C0FA0A89093A}" type="sibTrans" cxnId="{C4FC6525-8D98-449A-A816-CB6A8C24F086}">
      <dgm:prSet/>
      <dgm:spPr/>
      <dgm:t>
        <a:bodyPr/>
        <a:lstStyle/>
        <a:p>
          <a:endParaRPr lang="en-US"/>
        </a:p>
      </dgm:t>
    </dgm:pt>
    <dgm:pt modelId="{1B3EC61B-F169-4779-A420-E445BC050467}" type="pres">
      <dgm:prSet presAssocID="{E9206766-7818-4A51-B447-FE01E077F1C7}" presName="root" presStyleCnt="0">
        <dgm:presLayoutVars>
          <dgm:dir/>
          <dgm:resizeHandles val="exact"/>
        </dgm:presLayoutVars>
      </dgm:prSet>
      <dgm:spPr/>
    </dgm:pt>
    <dgm:pt modelId="{68DF6298-4BD9-48BB-BA2E-3624D03A9F2B}" type="pres">
      <dgm:prSet presAssocID="{BDE66C55-AD30-41F4-B039-8E10E1374AB3}" presName="compNode" presStyleCnt="0"/>
      <dgm:spPr/>
    </dgm:pt>
    <dgm:pt modelId="{344FDF32-C19C-40BC-BD27-0204FC8114DF}" type="pres">
      <dgm:prSet presAssocID="{BDE66C55-AD30-41F4-B039-8E10E1374AB3}" presName="iconBgRect" presStyleLbl="bgShp" presStyleIdx="0" presStyleCnt="2"/>
      <dgm:spPr>
        <a:prstGeom prst="round2DiagRect">
          <a:avLst>
            <a:gd name="adj1" fmla="val 29727"/>
            <a:gd name="adj2" fmla="val 0"/>
          </a:avLst>
        </a:prstGeom>
      </dgm:spPr>
    </dgm:pt>
    <dgm:pt modelId="{DC44A783-76AC-462A-B0C6-52F7E512E6B6}" type="pres">
      <dgm:prSet presAssocID="{BDE66C55-AD30-41F4-B039-8E10E1374AB3}"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miling Face with No Fill"/>
        </a:ext>
      </dgm:extLst>
    </dgm:pt>
    <dgm:pt modelId="{64EABF54-45B0-4BD0-9288-FDFEA6A1C130}" type="pres">
      <dgm:prSet presAssocID="{BDE66C55-AD30-41F4-B039-8E10E1374AB3}" presName="spaceRect" presStyleCnt="0"/>
      <dgm:spPr/>
    </dgm:pt>
    <dgm:pt modelId="{C334E0B7-4180-4F7B-89EF-0806DBBA0A9B}" type="pres">
      <dgm:prSet presAssocID="{BDE66C55-AD30-41F4-B039-8E10E1374AB3}" presName="textRect" presStyleLbl="revTx" presStyleIdx="0" presStyleCnt="2">
        <dgm:presLayoutVars>
          <dgm:chMax val="1"/>
          <dgm:chPref val="1"/>
        </dgm:presLayoutVars>
      </dgm:prSet>
      <dgm:spPr/>
    </dgm:pt>
    <dgm:pt modelId="{28E5323B-C685-43A9-8A01-970C79D2C4BD}" type="pres">
      <dgm:prSet presAssocID="{802FA286-8F22-4516-9E32-ED13CF202D7C}" presName="sibTrans" presStyleCnt="0"/>
      <dgm:spPr/>
    </dgm:pt>
    <dgm:pt modelId="{3C347E12-C7A2-44DA-AF28-8FECC46208CF}" type="pres">
      <dgm:prSet presAssocID="{A3D98A95-0693-4DA4-910B-50044176543B}" presName="compNode" presStyleCnt="0"/>
      <dgm:spPr/>
    </dgm:pt>
    <dgm:pt modelId="{8DDAC2E2-9A47-4DFE-9842-E4B2F1B08977}" type="pres">
      <dgm:prSet presAssocID="{A3D98A95-0693-4DA4-910B-50044176543B}" presName="iconBgRect" presStyleLbl="bgShp" presStyleIdx="1" presStyleCnt="2"/>
      <dgm:spPr>
        <a:prstGeom prst="round2DiagRect">
          <a:avLst>
            <a:gd name="adj1" fmla="val 29727"/>
            <a:gd name="adj2" fmla="val 0"/>
          </a:avLst>
        </a:prstGeom>
      </dgm:spPr>
    </dgm:pt>
    <dgm:pt modelId="{1634853E-4A3D-4E82-BF88-B68D7FF0D610}" type="pres">
      <dgm:prSet presAssocID="{A3D98A95-0693-4DA4-910B-50044176543B}"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elp"/>
        </a:ext>
      </dgm:extLst>
    </dgm:pt>
    <dgm:pt modelId="{7E464B8D-7014-4F01-A081-741376F1B905}" type="pres">
      <dgm:prSet presAssocID="{A3D98A95-0693-4DA4-910B-50044176543B}" presName="spaceRect" presStyleCnt="0"/>
      <dgm:spPr/>
    </dgm:pt>
    <dgm:pt modelId="{7C190D9B-17FB-4631-BCA1-8CEF4999B1DB}" type="pres">
      <dgm:prSet presAssocID="{A3D98A95-0693-4DA4-910B-50044176543B}" presName="textRect" presStyleLbl="revTx" presStyleIdx="1" presStyleCnt="2">
        <dgm:presLayoutVars>
          <dgm:chMax val="1"/>
          <dgm:chPref val="1"/>
        </dgm:presLayoutVars>
      </dgm:prSet>
      <dgm:spPr/>
    </dgm:pt>
  </dgm:ptLst>
  <dgm:cxnLst>
    <dgm:cxn modelId="{C4FC6525-8D98-449A-A816-CB6A8C24F086}" srcId="{E9206766-7818-4A51-B447-FE01E077F1C7}" destId="{A3D98A95-0693-4DA4-910B-50044176543B}" srcOrd="1" destOrd="0" parTransId="{3EC002E8-4618-41C2-B96D-24AE6F6C84BD}" sibTransId="{F3614757-3AB4-4F25-BB78-C0FA0A89093A}"/>
    <dgm:cxn modelId="{48B93C3B-90EA-4F7D-825E-E8A41258A5DF}" type="presOf" srcId="{A3D98A95-0693-4DA4-910B-50044176543B}" destId="{7C190D9B-17FB-4631-BCA1-8CEF4999B1DB}" srcOrd="0" destOrd="0" presId="urn:microsoft.com/office/officeart/2018/5/layout/IconLeafLabelList"/>
    <dgm:cxn modelId="{4CC90649-D0A3-4830-BBDC-C2DA2A6626DF}" type="presOf" srcId="{E9206766-7818-4A51-B447-FE01E077F1C7}" destId="{1B3EC61B-F169-4779-A420-E445BC050467}" srcOrd="0" destOrd="0" presId="urn:microsoft.com/office/officeart/2018/5/layout/IconLeafLabelList"/>
    <dgm:cxn modelId="{1B5260A2-D534-4C8F-9749-82663B8729C7}" srcId="{E9206766-7818-4A51-B447-FE01E077F1C7}" destId="{BDE66C55-AD30-41F4-B039-8E10E1374AB3}" srcOrd="0" destOrd="0" parTransId="{608021BC-B353-4936-9F7F-063C75FF4D9C}" sibTransId="{802FA286-8F22-4516-9E32-ED13CF202D7C}"/>
    <dgm:cxn modelId="{4BF8B6FF-9057-44A6-A0AD-85F3C0257D16}" type="presOf" srcId="{BDE66C55-AD30-41F4-B039-8E10E1374AB3}" destId="{C334E0B7-4180-4F7B-89EF-0806DBBA0A9B}" srcOrd="0" destOrd="0" presId="urn:microsoft.com/office/officeart/2018/5/layout/IconLeafLabelList"/>
    <dgm:cxn modelId="{3DD4C4DF-56D2-4787-B959-4CF2B1D7AE38}" type="presParOf" srcId="{1B3EC61B-F169-4779-A420-E445BC050467}" destId="{68DF6298-4BD9-48BB-BA2E-3624D03A9F2B}" srcOrd="0" destOrd="0" presId="urn:microsoft.com/office/officeart/2018/5/layout/IconLeafLabelList"/>
    <dgm:cxn modelId="{E998E4A4-D410-428A-BA69-3165A232697E}" type="presParOf" srcId="{68DF6298-4BD9-48BB-BA2E-3624D03A9F2B}" destId="{344FDF32-C19C-40BC-BD27-0204FC8114DF}" srcOrd="0" destOrd="0" presId="urn:microsoft.com/office/officeart/2018/5/layout/IconLeafLabelList"/>
    <dgm:cxn modelId="{DD0408A4-5B59-43AD-9027-7F90833784F3}" type="presParOf" srcId="{68DF6298-4BD9-48BB-BA2E-3624D03A9F2B}" destId="{DC44A783-76AC-462A-B0C6-52F7E512E6B6}" srcOrd="1" destOrd="0" presId="urn:microsoft.com/office/officeart/2018/5/layout/IconLeafLabelList"/>
    <dgm:cxn modelId="{506BFE27-D739-4FC2-801A-667C9B625AB4}" type="presParOf" srcId="{68DF6298-4BD9-48BB-BA2E-3624D03A9F2B}" destId="{64EABF54-45B0-4BD0-9288-FDFEA6A1C130}" srcOrd="2" destOrd="0" presId="urn:microsoft.com/office/officeart/2018/5/layout/IconLeafLabelList"/>
    <dgm:cxn modelId="{735C0907-C518-47D7-89E8-4EF327BFB8E8}" type="presParOf" srcId="{68DF6298-4BD9-48BB-BA2E-3624D03A9F2B}" destId="{C334E0B7-4180-4F7B-89EF-0806DBBA0A9B}" srcOrd="3" destOrd="0" presId="urn:microsoft.com/office/officeart/2018/5/layout/IconLeafLabelList"/>
    <dgm:cxn modelId="{43BD5279-8404-4A33-A959-F86909892927}" type="presParOf" srcId="{1B3EC61B-F169-4779-A420-E445BC050467}" destId="{28E5323B-C685-43A9-8A01-970C79D2C4BD}" srcOrd="1" destOrd="0" presId="urn:microsoft.com/office/officeart/2018/5/layout/IconLeafLabelList"/>
    <dgm:cxn modelId="{380C6873-CD74-4A52-86D9-F3AA0DFD9C04}" type="presParOf" srcId="{1B3EC61B-F169-4779-A420-E445BC050467}" destId="{3C347E12-C7A2-44DA-AF28-8FECC46208CF}" srcOrd="2" destOrd="0" presId="urn:microsoft.com/office/officeart/2018/5/layout/IconLeafLabelList"/>
    <dgm:cxn modelId="{5D715EED-4C2F-472E-90CC-0F606BF1B9C9}" type="presParOf" srcId="{3C347E12-C7A2-44DA-AF28-8FECC46208CF}" destId="{8DDAC2E2-9A47-4DFE-9842-E4B2F1B08977}" srcOrd="0" destOrd="0" presId="urn:microsoft.com/office/officeart/2018/5/layout/IconLeafLabelList"/>
    <dgm:cxn modelId="{36A5C279-5EB3-4849-9824-DDA1F271ACEA}" type="presParOf" srcId="{3C347E12-C7A2-44DA-AF28-8FECC46208CF}" destId="{1634853E-4A3D-4E82-BF88-B68D7FF0D610}" srcOrd="1" destOrd="0" presId="urn:microsoft.com/office/officeart/2018/5/layout/IconLeafLabelList"/>
    <dgm:cxn modelId="{C492399E-3CC6-4506-A58E-49B924AC85FD}" type="presParOf" srcId="{3C347E12-C7A2-44DA-AF28-8FECC46208CF}" destId="{7E464B8D-7014-4F01-A081-741376F1B905}" srcOrd="2" destOrd="0" presId="urn:microsoft.com/office/officeart/2018/5/layout/IconLeafLabelList"/>
    <dgm:cxn modelId="{E1056EC7-6784-4AB7-8A41-7F0B67619745}" type="presParOf" srcId="{3C347E12-C7A2-44DA-AF28-8FECC46208CF}" destId="{7C190D9B-17FB-4631-BCA1-8CEF4999B1DB}" srcOrd="3" destOrd="0" presId="urn:microsoft.com/office/officeart/2018/5/layout/IconLeaf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3DED89-C655-4BD8-BB59-2A029475B480}">
      <dsp:nvSpPr>
        <dsp:cNvPr id="0" name=""/>
        <dsp:cNvSpPr/>
      </dsp:nvSpPr>
      <dsp:spPr>
        <a:xfrm>
          <a:off x="0" y="2401"/>
          <a:ext cx="6949440" cy="121722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E46A99D-79B4-4F46-9BBC-2A661A24BB43}">
      <dsp:nvSpPr>
        <dsp:cNvPr id="0" name=""/>
        <dsp:cNvSpPr/>
      </dsp:nvSpPr>
      <dsp:spPr>
        <a:xfrm>
          <a:off x="368211" y="276278"/>
          <a:ext cx="669475" cy="66947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6B4F5C4-D166-4485-89B7-856889263FDC}">
      <dsp:nvSpPr>
        <dsp:cNvPr id="0" name=""/>
        <dsp:cNvSpPr/>
      </dsp:nvSpPr>
      <dsp:spPr>
        <a:xfrm>
          <a:off x="1405898" y="2401"/>
          <a:ext cx="5543541" cy="12172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823" tIns="128823" rIns="128823" bIns="128823" numCol="1" spcCol="1270" anchor="ctr" anchorCtr="0">
          <a:noAutofit/>
        </a:bodyPr>
        <a:lstStyle/>
        <a:p>
          <a:pPr marL="0" lvl="0" indent="0" algn="l" defTabSz="977900">
            <a:lnSpc>
              <a:spcPct val="90000"/>
            </a:lnSpc>
            <a:spcBef>
              <a:spcPct val="0"/>
            </a:spcBef>
            <a:spcAft>
              <a:spcPct val="35000"/>
            </a:spcAft>
            <a:buNone/>
          </a:pPr>
          <a:r>
            <a:rPr lang="en-US" sz="2200" b="0" i="0" kern="1200" dirty="0"/>
            <a:t>Capture tool with hotkeys (t toggle label, r record, q quit)</a:t>
          </a:r>
          <a:endParaRPr lang="en-US" sz="2200" kern="1200" dirty="0"/>
        </a:p>
      </dsp:txBody>
      <dsp:txXfrm>
        <a:off x="1405898" y="2401"/>
        <a:ext cx="5543541" cy="1217228"/>
      </dsp:txXfrm>
    </dsp:sp>
    <dsp:sp modelId="{CD1C3E2C-EEC2-4C7E-BC89-D0425E58A392}">
      <dsp:nvSpPr>
        <dsp:cNvPr id="0" name=""/>
        <dsp:cNvSpPr/>
      </dsp:nvSpPr>
      <dsp:spPr>
        <a:xfrm>
          <a:off x="0" y="1523937"/>
          <a:ext cx="6949440" cy="121722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52F7803-BFCA-4825-BFFD-6478099212F2}">
      <dsp:nvSpPr>
        <dsp:cNvPr id="0" name=""/>
        <dsp:cNvSpPr/>
      </dsp:nvSpPr>
      <dsp:spPr>
        <a:xfrm>
          <a:off x="368211" y="1797813"/>
          <a:ext cx="669475" cy="66947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A89055D-69CC-42C7-915F-552D33AECEC2}">
      <dsp:nvSpPr>
        <dsp:cNvPr id="0" name=""/>
        <dsp:cNvSpPr/>
      </dsp:nvSpPr>
      <dsp:spPr>
        <a:xfrm>
          <a:off x="1405898" y="1523937"/>
          <a:ext cx="5543541" cy="12172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823" tIns="128823" rIns="128823" bIns="128823" numCol="1" spcCol="1270" anchor="ctr" anchorCtr="0">
          <a:noAutofit/>
        </a:bodyPr>
        <a:lstStyle/>
        <a:p>
          <a:pPr marL="0" lvl="0" indent="0" algn="l" defTabSz="977900">
            <a:lnSpc>
              <a:spcPct val="90000"/>
            </a:lnSpc>
            <a:spcBef>
              <a:spcPct val="0"/>
            </a:spcBef>
            <a:spcAft>
              <a:spcPct val="35000"/>
            </a:spcAft>
            <a:buNone/>
          </a:pPr>
          <a:r>
            <a:rPr lang="en-US" sz="2200" kern="1200" dirty="0"/>
            <a:t>Labels: 1 = talking, 0 = not talking.</a:t>
          </a:r>
        </a:p>
      </dsp:txBody>
      <dsp:txXfrm>
        <a:off x="1405898" y="1523937"/>
        <a:ext cx="5543541" cy="1217228"/>
      </dsp:txXfrm>
    </dsp:sp>
    <dsp:sp modelId="{CEEC77C1-E95A-41BD-A8AD-66797A6BE799}">
      <dsp:nvSpPr>
        <dsp:cNvPr id="0" name=""/>
        <dsp:cNvSpPr/>
      </dsp:nvSpPr>
      <dsp:spPr>
        <a:xfrm>
          <a:off x="0" y="3045472"/>
          <a:ext cx="6949440" cy="121722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F290349-977D-494C-938D-1FF69D29B518}">
      <dsp:nvSpPr>
        <dsp:cNvPr id="0" name=""/>
        <dsp:cNvSpPr/>
      </dsp:nvSpPr>
      <dsp:spPr>
        <a:xfrm>
          <a:off x="368211" y="3319348"/>
          <a:ext cx="669475" cy="66947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8EA5F92-759E-4373-A6F5-836CF5867739}">
      <dsp:nvSpPr>
        <dsp:cNvPr id="0" name=""/>
        <dsp:cNvSpPr/>
      </dsp:nvSpPr>
      <dsp:spPr>
        <a:xfrm>
          <a:off x="1405898" y="3045472"/>
          <a:ext cx="5543541" cy="12172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823" tIns="128823" rIns="128823" bIns="128823" numCol="1" spcCol="1270" anchor="ctr" anchorCtr="0">
          <a:noAutofit/>
        </a:bodyPr>
        <a:lstStyle/>
        <a:p>
          <a:pPr marL="0" lvl="0" indent="0" algn="l" defTabSz="977900">
            <a:lnSpc>
              <a:spcPct val="90000"/>
            </a:lnSpc>
            <a:spcBef>
              <a:spcPct val="0"/>
            </a:spcBef>
            <a:spcAft>
              <a:spcPct val="35000"/>
            </a:spcAft>
            <a:buNone/>
          </a:pPr>
          <a:r>
            <a:rPr lang="en-US" sz="2200" kern="1200" dirty="0"/>
            <a:t>Metadata CSV</a:t>
          </a:r>
        </a:p>
      </dsp:txBody>
      <dsp:txXfrm>
        <a:off x="1405898" y="3045472"/>
        <a:ext cx="5543541" cy="1217228"/>
      </dsp:txXfrm>
    </dsp:sp>
    <dsp:sp modelId="{B4AB1E1C-FB1B-4FCE-9A76-48F2D5F98A2B}">
      <dsp:nvSpPr>
        <dsp:cNvPr id="0" name=""/>
        <dsp:cNvSpPr/>
      </dsp:nvSpPr>
      <dsp:spPr>
        <a:xfrm>
          <a:off x="0" y="4567007"/>
          <a:ext cx="6949440" cy="121722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E34AB97-59BB-4A09-8A2A-2ACD8900DCBB}">
      <dsp:nvSpPr>
        <dsp:cNvPr id="0" name=""/>
        <dsp:cNvSpPr/>
      </dsp:nvSpPr>
      <dsp:spPr>
        <a:xfrm>
          <a:off x="368211" y="4840884"/>
          <a:ext cx="669475" cy="669475"/>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5BD3D25-93D2-4067-872E-38898E6034EB}">
      <dsp:nvSpPr>
        <dsp:cNvPr id="0" name=""/>
        <dsp:cNvSpPr/>
      </dsp:nvSpPr>
      <dsp:spPr>
        <a:xfrm>
          <a:off x="1405898" y="4567007"/>
          <a:ext cx="5543541" cy="12172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823" tIns="128823" rIns="128823" bIns="128823" numCol="1" spcCol="1270" anchor="ctr" anchorCtr="0">
          <a:noAutofit/>
        </a:bodyPr>
        <a:lstStyle/>
        <a:p>
          <a:pPr marL="0" lvl="0" indent="0" algn="l" defTabSz="977900">
            <a:lnSpc>
              <a:spcPct val="90000"/>
            </a:lnSpc>
            <a:spcBef>
              <a:spcPct val="0"/>
            </a:spcBef>
            <a:spcAft>
              <a:spcPct val="35000"/>
            </a:spcAft>
            <a:buNone/>
          </a:pPr>
          <a:r>
            <a:rPr lang="en-US" sz="2200" kern="1200" dirty="0"/>
            <a:t>Balancing: Optional mild augmentation for positives (flip + slight color jitter, capped to 2× positives).</a:t>
          </a:r>
        </a:p>
      </dsp:txBody>
      <dsp:txXfrm>
        <a:off x="1405898" y="4567007"/>
        <a:ext cx="5543541" cy="121722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20D21A-BDBD-432C-B111-AC4F26F0B3DD}">
      <dsp:nvSpPr>
        <dsp:cNvPr id="0" name=""/>
        <dsp:cNvSpPr/>
      </dsp:nvSpPr>
      <dsp:spPr>
        <a:xfrm>
          <a:off x="0" y="0"/>
          <a:ext cx="7958219" cy="731957"/>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Geometry: MAR proxy, width/height, convex hull area, lip y-std.</a:t>
          </a:r>
        </a:p>
      </dsp:txBody>
      <dsp:txXfrm>
        <a:off x="21438" y="21438"/>
        <a:ext cx="7082741" cy="689081"/>
      </dsp:txXfrm>
    </dsp:sp>
    <dsp:sp modelId="{8372335F-304D-4646-B59D-150E30B1CEC8}">
      <dsp:nvSpPr>
        <dsp:cNvPr id="0" name=""/>
        <dsp:cNvSpPr/>
      </dsp:nvSpPr>
      <dsp:spPr>
        <a:xfrm>
          <a:off x="594282" y="833618"/>
          <a:ext cx="7958219" cy="731957"/>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Temporal: Smoothed frame-to-frame mouth movement (mean/std/max).</a:t>
          </a:r>
        </a:p>
      </dsp:txBody>
      <dsp:txXfrm>
        <a:off x="615720" y="855056"/>
        <a:ext cx="6845288" cy="689081"/>
      </dsp:txXfrm>
    </dsp:sp>
    <dsp:sp modelId="{DDDA189D-E4DC-4988-B756-0885A251E4ED}">
      <dsp:nvSpPr>
        <dsp:cNvPr id="0" name=""/>
        <dsp:cNvSpPr/>
      </dsp:nvSpPr>
      <dsp:spPr>
        <a:xfrm>
          <a:off x="1188565" y="1667236"/>
          <a:ext cx="7958219" cy="731957"/>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Pixel/edge: ROI mean/std, edge mean/std.</a:t>
          </a:r>
        </a:p>
      </dsp:txBody>
      <dsp:txXfrm>
        <a:off x="1210003" y="1688674"/>
        <a:ext cx="6845288" cy="689081"/>
      </dsp:txXfrm>
    </dsp:sp>
    <dsp:sp modelId="{BAA4172C-4F93-48CB-A6AD-BCB554297A8F}">
      <dsp:nvSpPr>
        <dsp:cNvPr id="0" name=""/>
        <dsp:cNvSpPr/>
      </dsp:nvSpPr>
      <dsp:spPr>
        <a:xfrm>
          <a:off x="1782847" y="2500855"/>
          <a:ext cx="7958219" cy="731957"/>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Distances &amp; normalized keypoints for lip shape.</a:t>
          </a:r>
        </a:p>
      </dsp:txBody>
      <dsp:txXfrm>
        <a:off x="1804285" y="2522293"/>
        <a:ext cx="6845288" cy="689081"/>
      </dsp:txXfrm>
    </dsp:sp>
    <dsp:sp modelId="{7393DCB4-1270-4282-97FE-112AB717AD9F}">
      <dsp:nvSpPr>
        <dsp:cNvPr id="0" name=""/>
        <dsp:cNvSpPr/>
      </dsp:nvSpPr>
      <dsp:spPr>
        <a:xfrm>
          <a:off x="2377130" y="3334473"/>
          <a:ext cx="7958219" cy="731957"/>
        </a:xfrm>
        <a:prstGeom prst="roundRect">
          <a:avLst>
            <a:gd name="adj" fmla="val 10000"/>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Normalization: StandardScaler fitted on train.</a:t>
          </a:r>
        </a:p>
      </dsp:txBody>
      <dsp:txXfrm>
        <a:off x="2398568" y="3355911"/>
        <a:ext cx="6845288" cy="689081"/>
      </dsp:txXfrm>
    </dsp:sp>
    <dsp:sp modelId="{97392AAC-41A8-4CDE-B18E-FF19B8AEAFD1}">
      <dsp:nvSpPr>
        <dsp:cNvPr id="0" name=""/>
        <dsp:cNvSpPr/>
      </dsp:nvSpPr>
      <dsp:spPr>
        <a:xfrm>
          <a:off x="7482447" y="534735"/>
          <a:ext cx="475772" cy="475772"/>
        </a:xfrm>
        <a:prstGeom prst="downArrow">
          <a:avLst>
            <a:gd name="adj1" fmla="val 55000"/>
            <a:gd name="adj2" fmla="val 45000"/>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ctr" defTabSz="933450">
            <a:lnSpc>
              <a:spcPct val="90000"/>
            </a:lnSpc>
            <a:spcBef>
              <a:spcPct val="0"/>
            </a:spcBef>
            <a:spcAft>
              <a:spcPct val="35000"/>
            </a:spcAft>
            <a:buNone/>
          </a:pPr>
          <a:endParaRPr lang="en-US" sz="2100" kern="1200"/>
        </a:p>
      </dsp:txBody>
      <dsp:txXfrm>
        <a:off x="7589496" y="534735"/>
        <a:ext cx="261674" cy="358018"/>
      </dsp:txXfrm>
    </dsp:sp>
    <dsp:sp modelId="{9EA584FE-F8F1-4BEB-8B92-6F6E6D7C6233}">
      <dsp:nvSpPr>
        <dsp:cNvPr id="0" name=""/>
        <dsp:cNvSpPr/>
      </dsp:nvSpPr>
      <dsp:spPr>
        <a:xfrm>
          <a:off x="8076729" y="1368354"/>
          <a:ext cx="475772" cy="475772"/>
        </a:xfrm>
        <a:prstGeom prst="downArrow">
          <a:avLst>
            <a:gd name="adj1" fmla="val 55000"/>
            <a:gd name="adj2" fmla="val 45000"/>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ctr" defTabSz="933450">
            <a:lnSpc>
              <a:spcPct val="90000"/>
            </a:lnSpc>
            <a:spcBef>
              <a:spcPct val="0"/>
            </a:spcBef>
            <a:spcAft>
              <a:spcPct val="35000"/>
            </a:spcAft>
            <a:buNone/>
          </a:pPr>
          <a:endParaRPr lang="en-US" sz="2100" kern="1200"/>
        </a:p>
      </dsp:txBody>
      <dsp:txXfrm>
        <a:off x="8183778" y="1368354"/>
        <a:ext cx="261674" cy="358018"/>
      </dsp:txXfrm>
    </dsp:sp>
    <dsp:sp modelId="{868F9CF3-D80F-45C7-9AD4-B02B9A61C0E5}">
      <dsp:nvSpPr>
        <dsp:cNvPr id="0" name=""/>
        <dsp:cNvSpPr/>
      </dsp:nvSpPr>
      <dsp:spPr>
        <a:xfrm>
          <a:off x="8671012" y="2189773"/>
          <a:ext cx="475772" cy="475772"/>
        </a:xfrm>
        <a:prstGeom prst="downArrow">
          <a:avLst>
            <a:gd name="adj1" fmla="val 55000"/>
            <a:gd name="adj2" fmla="val 45000"/>
          </a:avLst>
        </a:prstGeom>
        <a:solidFill>
          <a:schemeClr val="accent4">
            <a:tint val="40000"/>
            <a:alpha val="90000"/>
            <a:hueOff val="0"/>
            <a:satOff val="0"/>
            <a:lumOff val="0"/>
            <a:alphaOff val="0"/>
          </a:schemeClr>
        </a:solidFill>
        <a:ln w="12700" cap="flat" cmpd="sng" algn="ctr">
          <a:solidFill>
            <a:schemeClr val="accent4">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ctr" defTabSz="933450">
            <a:lnSpc>
              <a:spcPct val="90000"/>
            </a:lnSpc>
            <a:spcBef>
              <a:spcPct val="0"/>
            </a:spcBef>
            <a:spcAft>
              <a:spcPct val="35000"/>
            </a:spcAft>
            <a:buNone/>
          </a:pPr>
          <a:endParaRPr lang="en-US" sz="2100" kern="1200"/>
        </a:p>
      </dsp:txBody>
      <dsp:txXfrm>
        <a:off x="8778061" y="2189773"/>
        <a:ext cx="261674" cy="358018"/>
      </dsp:txXfrm>
    </dsp:sp>
    <dsp:sp modelId="{02F5763A-55F9-4CBF-867A-BEF36A36FEBD}">
      <dsp:nvSpPr>
        <dsp:cNvPr id="0" name=""/>
        <dsp:cNvSpPr/>
      </dsp:nvSpPr>
      <dsp:spPr>
        <a:xfrm>
          <a:off x="9265294" y="3031524"/>
          <a:ext cx="475772" cy="475772"/>
        </a:xfrm>
        <a:prstGeom prst="downArrow">
          <a:avLst>
            <a:gd name="adj1" fmla="val 55000"/>
            <a:gd name="adj2" fmla="val 45000"/>
          </a:avLst>
        </a:prstGeom>
        <a:solidFill>
          <a:schemeClr val="accent5">
            <a:tint val="40000"/>
            <a:alpha val="90000"/>
            <a:hueOff val="0"/>
            <a:satOff val="0"/>
            <a:lumOff val="0"/>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ctr" defTabSz="933450">
            <a:lnSpc>
              <a:spcPct val="90000"/>
            </a:lnSpc>
            <a:spcBef>
              <a:spcPct val="0"/>
            </a:spcBef>
            <a:spcAft>
              <a:spcPct val="35000"/>
            </a:spcAft>
            <a:buNone/>
          </a:pPr>
          <a:endParaRPr lang="en-US" sz="2100" kern="1200"/>
        </a:p>
      </dsp:txBody>
      <dsp:txXfrm>
        <a:off x="9372343" y="3031524"/>
        <a:ext cx="261674" cy="35801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C400077-F661-417A-9AA0-6B4B77EDF9E6}">
      <dsp:nvSpPr>
        <dsp:cNvPr id="0" name=""/>
        <dsp:cNvSpPr/>
      </dsp:nvSpPr>
      <dsp:spPr>
        <a:xfrm>
          <a:off x="2684" y="543878"/>
          <a:ext cx="2129516" cy="2981322"/>
        </a:xfrm>
        <a:prstGeom prst="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6025" tIns="330200" rIns="166025" bIns="330200" numCol="1" spcCol="1270" anchor="t" anchorCtr="0">
          <a:noAutofit/>
        </a:bodyPr>
        <a:lstStyle/>
        <a:p>
          <a:pPr marL="0" lvl="0" indent="0" algn="l" defTabSz="622300">
            <a:lnSpc>
              <a:spcPct val="90000"/>
            </a:lnSpc>
            <a:spcBef>
              <a:spcPct val="0"/>
            </a:spcBef>
            <a:spcAft>
              <a:spcPct val="35000"/>
            </a:spcAft>
            <a:buNone/>
          </a:pPr>
          <a:r>
            <a:rPr lang="en-US" sz="1400" kern="1200"/>
            <a:t>Robust detection: Mediapipe default + OpenCV DNN + dlib/Haar fallback.</a:t>
          </a:r>
        </a:p>
      </dsp:txBody>
      <dsp:txXfrm>
        <a:off x="2684" y="1676781"/>
        <a:ext cx="2129516" cy="1788793"/>
      </dsp:txXfrm>
    </dsp:sp>
    <dsp:sp modelId="{C8C74266-E01F-4FD7-BDE7-8F136CD7BE91}">
      <dsp:nvSpPr>
        <dsp:cNvPr id="0" name=""/>
        <dsp:cNvSpPr/>
      </dsp:nvSpPr>
      <dsp:spPr>
        <a:xfrm>
          <a:off x="620243" y="842010"/>
          <a:ext cx="894396" cy="894396"/>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731" tIns="12700" rIns="69731" bIns="12700" numCol="1" spcCol="1270" anchor="ctr" anchorCtr="0">
          <a:noAutofit/>
        </a:bodyPr>
        <a:lstStyle/>
        <a:p>
          <a:pPr marL="0" lvl="0" indent="0" algn="ctr" defTabSz="1911350">
            <a:lnSpc>
              <a:spcPct val="90000"/>
            </a:lnSpc>
            <a:spcBef>
              <a:spcPct val="0"/>
            </a:spcBef>
            <a:spcAft>
              <a:spcPct val="35000"/>
            </a:spcAft>
            <a:buNone/>
          </a:pPr>
          <a:r>
            <a:rPr lang="en-US" sz="4300" kern="1200"/>
            <a:t>1</a:t>
          </a:r>
        </a:p>
      </dsp:txBody>
      <dsp:txXfrm>
        <a:off x="751224" y="972991"/>
        <a:ext cx="632434" cy="632434"/>
      </dsp:txXfrm>
    </dsp:sp>
    <dsp:sp modelId="{077EC241-BBD8-4E1E-B7B0-692EF05287C3}">
      <dsp:nvSpPr>
        <dsp:cNvPr id="0" name=""/>
        <dsp:cNvSpPr/>
      </dsp:nvSpPr>
      <dsp:spPr>
        <a:xfrm>
          <a:off x="2684" y="3525129"/>
          <a:ext cx="2129516" cy="72"/>
        </a:xfrm>
        <a:prstGeom prst="rect">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F5B3662-8B78-4565-91D6-76973BF94215}">
      <dsp:nvSpPr>
        <dsp:cNvPr id="0" name=""/>
        <dsp:cNvSpPr/>
      </dsp:nvSpPr>
      <dsp:spPr>
        <a:xfrm>
          <a:off x="2345152" y="543878"/>
          <a:ext cx="2129516" cy="2981322"/>
        </a:xfrm>
        <a:prstGeom prst="rect">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6025" tIns="330200" rIns="166025" bIns="330200" numCol="1" spcCol="1270" anchor="t" anchorCtr="0">
          <a:noAutofit/>
        </a:bodyPr>
        <a:lstStyle/>
        <a:p>
          <a:pPr marL="0" lvl="0" indent="0" algn="l" defTabSz="622300">
            <a:lnSpc>
              <a:spcPct val="90000"/>
            </a:lnSpc>
            <a:spcBef>
              <a:spcPct val="0"/>
            </a:spcBef>
            <a:spcAft>
              <a:spcPct val="35000"/>
            </a:spcAft>
            <a:buNone/>
          </a:pPr>
          <a:r>
            <a:rPr lang="en-US" sz="1400" kern="1200"/>
            <a:t>Class balance: Mild augmentation of positives (capped) + pos_weight in loss.</a:t>
          </a:r>
        </a:p>
      </dsp:txBody>
      <dsp:txXfrm>
        <a:off x="2345152" y="1676781"/>
        <a:ext cx="2129516" cy="1788793"/>
      </dsp:txXfrm>
    </dsp:sp>
    <dsp:sp modelId="{1CCC3183-35FF-4910-90EA-11265A963D2F}">
      <dsp:nvSpPr>
        <dsp:cNvPr id="0" name=""/>
        <dsp:cNvSpPr/>
      </dsp:nvSpPr>
      <dsp:spPr>
        <a:xfrm>
          <a:off x="2962711" y="842010"/>
          <a:ext cx="894396" cy="894396"/>
        </a:xfrm>
        <a:prstGeom prst="ellips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731" tIns="12700" rIns="69731" bIns="12700" numCol="1" spcCol="1270" anchor="ctr" anchorCtr="0">
          <a:noAutofit/>
        </a:bodyPr>
        <a:lstStyle/>
        <a:p>
          <a:pPr marL="0" lvl="0" indent="0" algn="ctr" defTabSz="1911350">
            <a:lnSpc>
              <a:spcPct val="90000"/>
            </a:lnSpc>
            <a:spcBef>
              <a:spcPct val="0"/>
            </a:spcBef>
            <a:spcAft>
              <a:spcPct val="35000"/>
            </a:spcAft>
            <a:buNone/>
          </a:pPr>
          <a:r>
            <a:rPr lang="en-US" sz="4300" kern="1200"/>
            <a:t>2</a:t>
          </a:r>
        </a:p>
      </dsp:txBody>
      <dsp:txXfrm>
        <a:off x="3093692" y="972991"/>
        <a:ext cx="632434" cy="632434"/>
      </dsp:txXfrm>
    </dsp:sp>
    <dsp:sp modelId="{E99D404F-5E87-40CA-B3B2-02842BEBCFBD}">
      <dsp:nvSpPr>
        <dsp:cNvPr id="0" name=""/>
        <dsp:cNvSpPr/>
      </dsp:nvSpPr>
      <dsp:spPr>
        <a:xfrm>
          <a:off x="2345152" y="3525129"/>
          <a:ext cx="2129516" cy="72"/>
        </a:xfrm>
        <a:prstGeom prst="rect">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5EA9B43-5C29-4DF0-BBCE-7F7FDB25228D}">
      <dsp:nvSpPr>
        <dsp:cNvPr id="0" name=""/>
        <dsp:cNvSpPr/>
      </dsp:nvSpPr>
      <dsp:spPr>
        <a:xfrm>
          <a:off x="4687619" y="543878"/>
          <a:ext cx="2129516" cy="2981322"/>
        </a:xfrm>
        <a:prstGeom prst="rect">
          <a:avLst/>
        </a:prstGeom>
        <a:solidFill>
          <a:schemeClr val="accent4">
            <a:tint val="40000"/>
            <a:alpha val="90000"/>
            <a:hueOff val="0"/>
            <a:satOff val="0"/>
            <a:lumOff val="0"/>
            <a:alphaOff val="0"/>
          </a:schemeClr>
        </a:solidFill>
        <a:ln w="12700" cap="flat" cmpd="sng" algn="ctr">
          <a:solidFill>
            <a:schemeClr val="accent4">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6025" tIns="330200" rIns="166025" bIns="330200" numCol="1" spcCol="1270" anchor="t" anchorCtr="0">
          <a:noAutofit/>
        </a:bodyPr>
        <a:lstStyle/>
        <a:p>
          <a:pPr marL="0" lvl="0" indent="0" algn="l" defTabSz="622300">
            <a:lnSpc>
              <a:spcPct val="90000"/>
            </a:lnSpc>
            <a:spcBef>
              <a:spcPct val="0"/>
            </a:spcBef>
            <a:spcAft>
              <a:spcPct val="35000"/>
            </a:spcAft>
            <a:buNone/>
          </a:pPr>
          <a:r>
            <a:rPr lang="en-US" sz="1400" kern="1200"/>
            <a:t>Threshold/smoothing tuning: Lower threshold (e.g., 0.4) and smaller smooth window to lift recall.</a:t>
          </a:r>
        </a:p>
      </dsp:txBody>
      <dsp:txXfrm>
        <a:off x="4687619" y="1676781"/>
        <a:ext cx="2129516" cy="1788793"/>
      </dsp:txXfrm>
    </dsp:sp>
    <dsp:sp modelId="{5ADC9EE7-47AE-4EA0-9330-D87F56BA09A8}">
      <dsp:nvSpPr>
        <dsp:cNvPr id="0" name=""/>
        <dsp:cNvSpPr/>
      </dsp:nvSpPr>
      <dsp:spPr>
        <a:xfrm>
          <a:off x="5305179" y="842010"/>
          <a:ext cx="894396" cy="894396"/>
        </a:xfrm>
        <a:prstGeom prst="ellipse">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731" tIns="12700" rIns="69731" bIns="12700" numCol="1" spcCol="1270" anchor="ctr" anchorCtr="0">
          <a:noAutofit/>
        </a:bodyPr>
        <a:lstStyle/>
        <a:p>
          <a:pPr marL="0" lvl="0" indent="0" algn="ctr" defTabSz="1911350">
            <a:lnSpc>
              <a:spcPct val="90000"/>
            </a:lnSpc>
            <a:spcBef>
              <a:spcPct val="0"/>
            </a:spcBef>
            <a:spcAft>
              <a:spcPct val="35000"/>
            </a:spcAft>
            <a:buNone/>
          </a:pPr>
          <a:r>
            <a:rPr lang="en-US" sz="4300" kern="1200"/>
            <a:t>3</a:t>
          </a:r>
        </a:p>
      </dsp:txBody>
      <dsp:txXfrm>
        <a:off x="5436160" y="972991"/>
        <a:ext cx="632434" cy="632434"/>
      </dsp:txXfrm>
    </dsp:sp>
    <dsp:sp modelId="{FCAE1BA8-1CB8-4B04-8D14-96D830EEE7F7}">
      <dsp:nvSpPr>
        <dsp:cNvPr id="0" name=""/>
        <dsp:cNvSpPr/>
      </dsp:nvSpPr>
      <dsp:spPr>
        <a:xfrm>
          <a:off x="4687619" y="3525129"/>
          <a:ext cx="2129516" cy="72"/>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9DD757D-67D1-4112-B90B-2B5754BBC4C8}">
      <dsp:nvSpPr>
        <dsp:cNvPr id="0" name=""/>
        <dsp:cNvSpPr/>
      </dsp:nvSpPr>
      <dsp:spPr>
        <a:xfrm>
          <a:off x="7030087" y="543878"/>
          <a:ext cx="2129516" cy="2981322"/>
        </a:xfrm>
        <a:prstGeom prst="rect">
          <a:avLst/>
        </a:prstGeom>
        <a:solidFill>
          <a:schemeClr val="accent5">
            <a:tint val="40000"/>
            <a:alpha val="90000"/>
            <a:hueOff val="0"/>
            <a:satOff val="0"/>
            <a:lumOff val="0"/>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6025" tIns="330200" rIns="166025" bIns="330200" numCol="1" spcCol="1270" anchor="t" anchorCtr="0">
          <a:noAutofit/>
        </a:bodyPr>
        <a:lstStyle/>
        <a:p>
          <a:pPr marL="0" lvl="0" indent="0" algn="l" defTabSz="622300">
            <a:lnSpc>
              <a:spcPct val="90000"/>
            </a:lnSpc>
            <a:spcBef>
              <a:spcPct val="0"/>
            </a:spcBef>
            <a:spcAft>
              <a:spcPct val="35000"/>
            </a:spcAft>
            <a:buNone/>
          </a:pPr>
          <a:r>
            <a:rPr lang="en-US" sz="1400" kern="1200"/>
            <a:t>Clean data handling: Skip bad frames; normalize frame types; config for consistent runs.</a:t>
          </a:r>
        </a:p>
      </dsp:txBody>
      <dsp:txXfrm>
        <a:off x="7030087" y="1676781"/>
        <a:ext cx="2129516" cy="1788793"/>
      </dsp:txXfrm>
    </dsp:sp>
    <dsp:sp modelId="{3977D54A-C817-4384-8034-3E101DEF29C6}">
      <dsp:nvSpPr>
        <dsp:cNvPr id="0" name=""/>
        <dsp:cNvSpPr/>
      </dsp:nvSpPr>
      <dsp:spPr>
        <a:xfrm>
          <a:off x="7647647" y="842010"/>
          <a:ext cx="894396" cy="894396"/>
        </a:xfrm>
        <a:prstGeom prst="ellips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731" tIns="12700" rIns="69731" bIns="12700" numCol="1" spcCol="1270" anchor="ctr" anchorCtr="0">
          <a:noAutofit/>
        </a:bodyPr>
        <a:lstStyle/>
        <a:p>
          <a:pPr marL="0" lvl="0" indent="0" algn="ctr" defTabSz="1911350">
            <a:lnSpc>
              <a:spcPct val="90000"/>
            </a:lnSpc>
            <a:spcBef>
              <a:spcPct val="0"/>
            </a:spcBef>
            <a:spcAft>
              <a:spcPct val="35000"/>
            </a:spcAft>
            <a:buNone/>
          </a:pPr>
          <a:r>
            <a:rPr lang="en-US" sz="4300" kern="1200"/>
            <a:t>4</a:t>
          </a:r>
        </a:p>
      </dsp:txBody>
      <dsp:txXfrm>
        <a:off x="7778628" y="972991"/>
        <a:ext cx="632434" cy="632434"/>
      </dsp:txXfrm>
    </dsp:sp>
    <dsp:sp modelId="{3FC46A6C-0DDC-4C9D-A48C-2DA4D2FF2EAF}">
      <dsp:nvSpPr>
        <dsp:cNvPr id="0" name=""/>
        <dsp:cNvSpPr/>
      </dsp:nvSpPr>
      <dsp:spPr>
        <a:xfrm>
          <a:off x="7030087" y="3525129"/>
          <a:ext cx="2129516" cy="72"/>
        </a:xfrm>
        <a:prstGeom prst="rect">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E38CEB3-B751-4A7C-9760-1AF8136F25AE}">
      <dsp:nvSpPr>
        <dsp:cNvPr id="0" name=""/>
        <dsp:cNvSpPr/>
      </dsp:nvSpPr>
      <dsp:spPr>
        <a:xfrm>
          <a:off x="1257413" y="1103909"/>
          <a:ext cx="1308013" cy="130801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8164ACC-3D9D-49C3-8CD9-D73893ABB409}">
      <dsp:nvSpPr>
        <dsp:cNvPr id="0" name=""/>
        <dsp:cNvSpPr/>
      </dsp:nvSpPr>
      <dsp:spPr>
        <a:xfrm>
          <a:off x="458071" y="2769918"/>
          <a:ext cx="2906697"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a:t>Example test metrics (mediapipe backend): Accuracy ~0.89–0.94; Precision ~0.84–1.0; Recall ~0.67–0.89; F1 ~0.75–0.89 (tunable via threshold/pos_weight).</a:t>
          </a:r>
        </a:p>
      </dsp:txBody>
      <dsp:txXfrm>
        <a:off x="458071" y="2769918"/>
        <a:ext cx="2906697" cy="720000"/>
      </dsp:txXfrm>
    </dsp:sp>
    <dsp:sp modelId="{2C4913A1-ADA7-47C1-8095-012D7EAF7073}">
      <dsp:nvSpPr>
        <dsp:cNvPr id="0" name=""/>
        <dsp:cNvSpPr/>
      </dsp:nvSpPr>
      <dsp:spPr>
        <a:xfrm>
          <a:off x="4672782" y="1103909"/>
          <a:ext cx="1308013" cy="130801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0B94201-81B4-4403-9440-72980F63D11A}">
      <dsp:nvSpPr>
        <dsp:cNvPr id="0" name=""/>
        <dsp:cNvSpPr/>
      </dsp:nvSpPr>
      <dsp:spPr>
        <a:xfrm>
          <a:off x="3873440" y="2769918"/>
          <a:ext cx="2906697"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a:t>Inference speed: ~30+ fps on CPU with smoothing.</a:t>
          </a:r>
        </a:p>
      </dsp:txBody>
      <dsp:txXfrm>
        <a:off x="3873440" y="2769918"/>
        <a:ext cx="2906697" cy="720000"/>
      </dsp:txXfrm>
    </dsp:sp>
    <dsp:sp modelId="{D9D3CFB0-2AB2-40B4-80A5-949D184316D7}">
      <dsp:nvSpPr>
        <dsp:cNvPr id="0" name=""/>
        <dsp:cNvSpPr/>
      </dsp:nvSpPr>
      <dsp:spPr>
        <a:xfrm>
          <a:off x="8088152" y="1103909"/>
          <a:ext cx="1308013" cy="130801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F75B8FF-86E5-4621-BF3B-BEB6DBE9835D}">
      <dsp:nvSpPr>
        <dsp:cNvPr id="0" name=""/>
        <dsp:cNvSpPr/>
      </dsp:nvSpPr>
      <dsp:spPr>
        <a:xfrm>
          <a:off x="7288810" y="2769918"/>
          <a:ext cx="2906697"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a:t>Demo note: Live webcam via python scripts/run_inference.py (defaults from config).</a:t>
          </a:r>
        </a:p>
      </dsp:txBody>
      <dsp:txXfrm>
        <a:off x="7288810" y="2769918"/>
        <a:ext cx="2906697" cy="72000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9F90BB-C51D-4043-89D6-37AF58AA66B1}">
      <dsp:nvSpPr>
        <dsp:cNvPr id="0" name=""/>
        <dsp:cNvSpPr/>
      </dsp:nvSpPr>
      <dsp:spPr>
        <a:xfrm>
          <a:off x="1816789" y="729794"/>
          <a:ext cx="1944000" cy="1944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252CCAC-89C5-491E-ACFE-0A3ADE5B3491}">
      <dsp:nvSpPr>
        <dsp:cNvPr id="0" name=""/>
        <dsp:cNvSpPr/>
      </dsp:nvSpPr>
      <dsp:spPr>
        <a:xfrm>
          <a:off x="628789" y="3144033"/>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US" sz="1500" kern="1200"/>
            <a:t>Limitations: Small dataset, recall sensitivity to threshold; pose/occlusion variance.</a:t>
          </a:r>
        </a:p>
      </dsp:txBody>
      <dsp:txXfrm>
        <a:off x="628789" y="3144033"/>
        <a:ext cx="4320000" cy="720000"/>
      </dsp:txXfrm>
    </dsp:sp>
    <dsp:sp modelId="{C2CA864C-D236-4CAC-96FD-CC185F46840C}">
      <dsp:nvSpPr>
        <dsp:cNvPr id="0" name=""/>
        <dsp:cNvSpPr/>
      </dsp:nvSpPr>
      <dsp:spPr>
        <a:xfrm>
          <a:off x="6892789" y="729794"/>
          <a:ext cx="1944000" cy="1944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A5DADA9-FB52-431D-91B4-7D5E32512F5F}">
      <dsp:nvSpPr>
        <dsp:cNvPr id="0" name=""/>
        <dsp:cNvSpPr/>
      </dsp:nvSpPr>
      <dsp:spPr>
        <a:xfrm>
          <a:off x="5704789" y="3144033"/>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US" sz="1500" kern="1200"/>
            <a:t>Next: Collect a bit more talking data, fine-tune threshold on a held-out set, explore light temporal models or per-speaker calibration.</a:t>
          </a:r>
        </a:p>
      </dsp:txBody>
      <dsp:txXfrm>
        <a:off x="5704789" y="3144033"/>
        <a:ext cx="4320000" cy="72000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ED23186-AE09-4DBB-A95E-AA7982ADE681}">
      <dsp:nvSpPr>
        <dsp:cNvPr id="0" name=""/>
        <dsp:cNvSpPr/>
      </dsp:nvSpPr>
      <dsp:spPr>
        <a:xfrm>
          <a:off x="0" y="1219819"/>
          <a:ext cx="10945037" cy="197471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32CA8CA-0008-4C25-A6D9-E0E14CA366E6}">
      <dsp:nvSpPr>
        <dsp:cNvPr id="0" name=""/>
        <dsp:cNvSpPr/>
      </dsp:nvSpPr>
      <dsp:spPr>
        <a:xfrm>
          <a:off x="438159" y="1808850"/>
          <a:ext cx="796652" cy="79665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993FF44-9A1F-4738-9038-0B6E8B713DEB}">
      <dsp:nvSpPr>
        <dsp:cNvPr id="0" name=""/>
        <dsp:cNvSpPr/>
      </dsp:nvSpPr>
      <dsp:spPr>
        <a:xfrm>
          <a:off x="1672971" y="954918"/>
          <a:ext cx="9272065" cy="25045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3295" tIns="153295" rIns="153295" bIns="153295" numCol="1" spcCol="1270" anchor="ctr" anchorCtr="0">
          <a:noAutofit/>
        </a:bodyPr>
        <a:lstStyle/>
        <a:p>
          <a:pPr marL="0" lvl="0" indent="0" algn="l" defTabSz="1066800">
            <a:lnSpc>
              <a:spcPct val="100000"/>
            </a:lnSpc>
            <a:spcBef>
              <a:spcPct val="0"/>
            </a:spcBef>
            <a:spcAft>
              <a:spcPct val="35000"/>
            </a:spcAft>
            <a:buNone/>
          </a:pPr>
          <a:r>
            <a:rPr lang="en-US" sz="2400" kern="1200" dirty="0"/>
            <a:t>Takeaways: Compact feature set + lightweight NN achieves real-time talking detection; config-driven pipeline for repeatable runs; recall improved via class weighting and tuning.</a:t>
          </a:r>
        </a:p>
      </dsp:txBody>
      <dsp:txXfrm>
        <a:off x="1672971" y="954918"/>
        <a:ext cx="9272065" cy="2504517"/>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4FDF32-C19C-40BC-BD27-0204FC8114DF}">
      <dsp:nvSpPr>
        <dsp:cNvPr id="0" name=""/>
        <dsp:cNvSpPr/>
      </dsp:nvSpPr>
      <dsp:spPr>
        <a:xfrm>
          <a:off x="1954675" y="233215"/>
          <a:ext cx="2196000" cy="2196000"/>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C44A783-76AC-462A-B0C6-52F7E512E6B6}">
      <dsp:nvSpPr>
        <dsp:cNvPr id="0" name=""/>
        <dsp:cNvSpPr/>
      </dsp:nvSpPr>
      <dsp:spPr>
        <a:xfrm>
          <a:off x="2422675" y="701215"/>
          <a:ext cx="1260000" cy="126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334E0B7-4180-4F7B-89EF-0806DBBA0A9B}">
      <dsp:nvSpPr>
        <dsp:cNvPr id="0" name=""/>
        <dsp:cNvSpPr/>
      </dsp:nvSpPr>
      <dsp:spPr>
        <a:xfrm>
          <a:off x="1252675" y="3113215"/>
          <a:ext cx="36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955800">
            <a:lnSpc>
              <a:spcPct val="90000"/>
            </a:lnSpc>
            <a:spcBef>
              <a:spcPct val="0"/>
            </a:spcBef>
            <a:spcAft>
              <a:spcPct val="35000"/>
            </a:spcAft>
            <a:buNone/>
            <a:defRPr cap="all"/>
          </a:pPr>
          <a:r>
            <a:rPr lang="en-US" sz="4400" kern="1200"/>
            <a:t>THANK YOU</a:t>
          </a:r>
        </a:p>
      </dsp:txBody>
      <dsp:txXfrm>
        <a:off x="1252675" y="3113215"/>
        <a:ext cx="3600000" cy="720000"/>
      </dsp:txXfrm>
    </dsp:sp>
    <dsp:sp modelId="{8DDAC2E2-9A47-4DFE-9842-E4B2F1B08977}">
      <dsp:nvSpPr>
        <dsp:cNvPr id="0" name=""/>
        <dsp:cNvSpPr/>
      </dsp:nvSpPr>
      <dsp:spPr>
        <a:xfrm>
          <a:off x="6184675" y="233215"/>
          <a:ext cx="2196000" cy="2196000"/>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634853E-4A3D-4E82-BF88-B68D7FF0D610}">
      <dsp:nvSpPr>
        <dsp:cNvPr id="0" name=""/>
        <dsp:cNvSpPr/>
      </dsp:nvSpPr>
      <dsp:spPr>
        <a:xfrm>
          <a:off x="6652675" y="701215"/>
          <a:ext cx="1260000" cy="126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C190D9B-17FB-4631-BCA1-8CEF4999B1DB}">
      <dsp:nvSpPr>
        <dsp:cNvPr id="0" name=""/>
        <dsp:cNvSpPr/>
      </dsp:nvSpPr>
      <dsp:spPr>
        <a:xfrm>
          <a:off x="5482675" y="3113215"/>
          <a:ext cx="36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955800">
            <a:lnSpc>
              <a:spcPct val="90000"/>
            </a:lnSpc>
            <a:spcBef>
              <a:spcPct val="0"/>
            </a:spcBef>
            <a:spcAft>
              <a:spcPct val="35000"/>
            </a:spcAft>
            <a:buNone/>
            <a:defRPr cap="all"/>
          </a:pPr>
          <a:r>
            <a:rPr lang="en-US" sz="4400" kern="1200"/>
            <a:t>QUESTIONS</a:t>
          </a:r>
        </a:p>
      </dsp:txBody>
      <dsp:txXfrm>
        <a:off x="5482675" y="3113215"/>
        <a:ext cx="3600000" cy="720000"/>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3.xml><?xml version="1.0" encoding="utf-8"?>
<dgm:layoutDef xmlns:dgm="http://schemas.openxmlformats.org/drawingml/2006/diagram" xmlns:a="http://schemas.openxmlformats.org/drawingml/2006/main" uniqueId="urn:microsoft.com/office/officeart/2016/7/layout/BasicLinearProcessNumbered">
  <dgm:title val="Basic Linear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1"/>
      <dgm:constr type="primFontSz" for="des" forName="sibTransNodeCircle" op="equ"/>
      <dgm:constr type="primFontSz" for="des" forName="nodeText" op="equ"/>
      <dgm:constr type="h" for="des" forName="sibTransNodeCircle" op="equ"/>
      <dgm:constr type="w" for="des" forName="sibTransNodeCircle" op="equ"/>
    </dgm:constrLst>
    <dgm:ruleLst>
      <dgm:rule type="h" val="NaN" fact="1.2" max="NaN"/>
    </dgm:ruleLst>
    <dgm:forEach name="Name4" axis="ch" ptType="node">
      <dgm:layoutNode name="compositeNode">
        <dgm:varLst>
          <dgm:bulletEnabled val="1"/>
        </dgm:varLst>
        <dgm:alg type="composite"/>
        <dgm:constrLst>
          <dgm:constr type="h" refType="w" op="lte" fact="1.4"/>
          <dgm:constr type="w" for="ch" forName="bgRect" refType="w"/>
          <dgm:constr type="h" for="ch" forName="bgRect" refType="h"/>
          <dgm:constr type="t" for="ch" forName="bgRect"/>
          <dgm:constr type="l" for="ch" forName="bgRect"/>
          <dgm:constr type="h" for="ch" forName="sibTransNodeCircle" refType="h" refFor="ch" refForName="bgRect" fact="0.3"/>
          <dgm:constr type="w" for="ch" forName="sibTransNodeCircle" refType="h" refFor="ch" refForName="sibTransNodeCircle"/>
          <dgm:constr type="ctrX" for="ch" forName="sibTransNodeCircle" refType="w" fact="0.5"/>
          <dgm:constr type="ctrY" for="ch" forName="sibTransNodeCircle" refType="h" fact="0.25"/>
          <dgm:constr type="r" for="ch" forName="nodeText" refType="r" refFor="ch" refForName="bgRect"/>
          <dgm:constr type="h" for="ch" forName="nodeText" refType="h" refFor="ch" refForName="bgRect" fact="0.6"/>
          <dgm:constr type="t" for="ch" forName="nodeText" refType="h" refFor="ch" refForName="bgRect" fact="0.38"/>
          <dgm:constr type="b" for="ch" forName="bottomLine" refType="b" refFor="ch" refForName="bgRect"/>
          <dgm:constr type="w" for="ch" forName="bottomLine" refType="w" refFor="ch" refForName="bgRect"/>
          <dgm:constr type="h" for="ch" forName="bottomLine" val="0.002"/>
        </dgm:constrLst>
        <dgm:ruleLst/>
        <dgm:layoutNode name="bgRect" styleLbl="bgAccFollowNode1">
          <dgm:alg type="sp"/>
          <dgm:shape xmlns:r="http://schemas.openxmlformats.org/officeDocument/2006/relationships" type="rect" r:blip="">
            <dgm:adjLst/>
          </dgm:shape>
          <dgm:presOf axis="self"/>
          <dgm:constrLst/>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alg>
            <dgm:shape xmlns:r="http://schemas.openxmlformats.org/officeDocument/2006/relationships" type="ellipse" r:blip="">
              <dgm:adjLst/>
            </dgm:shape>
            <dgm:constrLst>
              <dgm:constr type="w" refType="h" op="lte"/>
              <dgm:constr type="primFontSz" val="48"/>
              <dgm:constr type="tMarg" val="1"/>
              <dgm:constr type="lMarg" refType="w" fact="0.221"/>
              <dgm:constr type="rMarg" refType="w" fact="0.221"/>
              <dgm:constr type="bMarg" val="1"/>
            </dgm:constrLst>
            <dgm:ruleLst>
              <dgm:rule type="primFontSz" val="14" fact="NaN" max="NaN"/>
            </dgm:ruleLst>
          </dgm:layoutNode>
        </dgm:forEach>
        <dgm:layoutNode name="bottomLine" styleLbl="alignNode1">
          <dgm:varLst/>
          <dgm:presOf/>
          <dgm:alg type="sp"/>
          <dgm:shape xmlns:r="http://schemas.openxmlformats.org/officeDocument/2006/relationships" type="rect" r:blip="">
            <dgm:adjLst/>
          </dgm:shape>
          <dgm:constrLst/>
          <dgm:ruleLst/>
        </dgm:layoutNode>
        <dgm:layoutNode name="nodeText" styleLbl="bgAccFollowNode1" moveWith="bgRect">
          <dgm:varLst>
            <dgm:bulletEnabled val="1"/>
          </dgm:varLst>
          <dgm:alg type="tx">
            <dgm:param type="parTxLTRAlign" val="l"/>
            <dgm:param type="parTxRTLAlign" val="r"/>
            <dgm:param type="txAnchorVert" val="t"/>
          </dgm:alg>
          <dgm:shape xmlns:r="http://schemas.openxmlformats.org/officeDocument/2006/relationships" type="rect" r:blip="" zOrderOff="-1" hideGeom="1">
            <dgm:adjLst/>
          </dgm:shape>
          <dgm:presOf axis="desOrSelf" ptType="node"/>
          <dgm:constrLst>
            <dgm:constr type="primFontSz" val="26"/>
            <dgm:constr type="tMarg" val="26"/>
            <dgm:constr type="lMarg" refType="w" fact="0.221"/>
            <dgm:constr type="rMarg" refType="w" fact="0.221"/>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layout4.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7.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65FB19-C378-4287-8616-D5AEF51E09A9}" type="datetimeFigureOut">
              <a:rPr lang="en-US" smtClean="0"/>
              <a:t>12/2/2025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E679F9-C96C-4D62-AB97-A26DAF2F42F8}" type="slidenum">
              <a:rPr lang="en-US" smtClean="0"/>
              <a:t>‹#›</a:t>
            </a:fld>
            <a:endParaRPr lang="en-US"/>
          </a:p>
        </p:txBody>
      </p:sp>
    </p:spTree>
    <p:extLst>
      <p:ext uri="{BB962C8B-B14F-4D97-AF65-F5344CB8AC3E}">
        <p14:creationId xmlns:p14="http://schemas.microsoft.com/office/powerpoint/2010/main" val="2541253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This project builds a lightweight mouth-movement detector that classifies talking versus not talking in real time. It runs on standard CPU hardware and uses facial landmarks plus a compact neural network.</a:t>
            </a:r>
            <a:endParaRPr lang="en-US" dirty="0"/>
          </a:p>
        </p:txBody>
      </p:sp>
      <p:sp>
        <p:nvSpPr>
          <p:cNvPr id="4" name="Slide Number Placeholder 3"/>
          <p:cNvSpPr>
            <a:spLocks noGrp="1"/>
          </p:cNvSpPr>
          <p:nvPr>
            <p:ph type="sldNum" sz="quarter" idx="5"/>
          </p:nvPr>
        </p:nvSpPr>
        <p:spPr/>
        <p:txBody>
          <a:bodyPr/>
          <a:lstStyle/>
          <a:p>
            <a:fld id="{60E679F9-C96C-4D62-AB97-A26DAF2F42F8}" type="slidenum">
              <a:rPr lang="en-US" smtClean="0"/>
              <a:t>1</a:t>
            </a:fld>
            <a:endParaRPr lang="en-US"/>
          </a:p>
        </p:txBody>
      </p:sp>
    </p:spTree>
    <p:extLst>
      <p:ext uri="{BB962C8B-B14F-4D97-AF65-F5344CB8AC3E}">
        <p14:creationId xmlns:p14="http://schemas.microsoft.com/office/powerpoint/2010/main" val="3471259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We need to identify who is talking in meeting transcription cheaply and at scale. Audio-only systems struggle with overlapping speech and noise. This is a current problem I’m facing when trying to summarize meetings with LLMs—without a reliable speaking cue, the summaries misattribute turns. Visible lip motion provides a strong cue. The system must run at over thirty frames per second on standard hardware with under ten milliseconds per frame, delivering balanced precision and recall for talking versus not talking.”</a:t>
            </a:r>
            <a:endParaRPr lang="en-US" dirty="0"/>
          </a:p>
        </p:txBody>
      </p:sp>
      <p:sp>
        <p:nvSpPr>
          <p:cNvPr id="4" name="Slide Number Placeholder 3"/>
          <p:cNvSpPr>
            <a:spLocks noGrp="1"/>
          </p:cNvSpPr>
          <p:nvPr>
            <p:ph type="sldNum" sz="quarter" idx="5"/>
          </p:nvPr>
        </p:nvSpPr>
        <p:spPr/>
        <p:txBody>
          <a:bodyPr/>
          <a:lstStyle/>
          <a:p>
            <a:fld id="{60E679F9-C96C-4D62-AB97-A26DAF2F42F8}" type="slidenum">
              <a:rPr lang="en-US" smtClean="0"/>
              <a:t>2</a:t>
            </a:fld>
            <a:endParaRPr lang="en-US"/>
          </a:p>
        </p:txBody>
      </p:sp>
    </p:spTree>
    <p:extLst>
      <p:ext uri="{BB962C8B-B14F-4D97-AF65-F5344CB8AC3E}">
        <p14:creationId xmlns:p14="http://schemas.microsoft.com/office/powerpoint/2010/main" val="42437871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We collect data with a capture tool: t toggles the label, r starts or stops recording every Nth frame, and q quits. Labels are stored in a metadata CSV as </a:t>
            </a:r>
            <a:r>
              <a:rPr lang="en-US" sz="1200" b="0" i="0" kern="1200" dirty="0" err="1">
                <a:solidFill>
                  <a:schemeClr val="tx1"/>
                </a:solidFill>
                <a:effectLst/>
                <a:latin typeface="+mn-lt"/>
                <a:ea typeface="+mn-ea"/>
                <a:cs typeface="+mn-cs"/>
              </a:rPr>
              <a:t>filepath</a:t>
            </a:r>
            <a:r>
              <a:rPr lang="en-US" sz="1200" b="0" i="0" kern="1200" dirty="0">
                <a:solidFill>
                  <a:schemeClr val="tx1"/>
                </a:solidFill>
                <a:effectLst/>
                <a:latin typeface="+mn-lt"/>
                <a:ea typeface="+mn-ea"/>
                <a:cs typeface="+mn-cs"/>
              </a:rPr>
              <a:t> and label, with one for talking and zero for not talking. We apply only mild augmentation to talking frames and cap it to avoid overfitting.</a:t>
            </a:r>
            <a:endParaRPr lang="en-US" dirty="0"/>
          </a:p>
        </p:txBody>
      </p:sp>
      <p:sp>
        <p:nvSpPr>
          <p:cNvPr id="4" name="Slide Number Placeholder 3"/>
          <p:cNvSpPr>
            <a:spLocks noGrp="1"/>
          </p:cNvSpPr>
          <p:nvPr>
            <p:ph type="sldNum" sz="quarter" idx="5"/>
          </p:nvPr>
        </p:nvSpPr>
        <p:spPr/>
        <p:txBody>
          <a:bodyPr/>
          <a:lstStyle/>
          <a:p>
            <a:fld id="{60E679F9-C96C-4D62-AB97-A26DAF2F42F8}" type="slidenum">
              <a:rPr lang="en-US" smtClean="0"/>
              <a:t>4</a:t>
            </a:fld>
            <a:endParaRPr lang="en-US"/>
          </a:p>
        </p:txBody>
      </p:sp>
    </p:spTree>
    <p:extLst>
      <p:ext uri="{BB962C8B-B14F-4D97-AF65-F5344CB8AC3E}">
        <p14:creationId xmlns:p14="http://schemas.microsoft.com/office/powerpoint/2010/main" val="34921662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Our features are compact and fast. Geometry includes mouth width and height, a MAR proxy, convex hull area, and lip vertical variation. Temporal features track smoothed mouth motion statistics. Pixel and edge features measure intensity and edge energy in the mouth region. Shape features include select inter-point distances and normalized lip </a:t>
            </a:r>
            <a:r>
              <a:rPr lang="en-US" sz="1200" b="0" i="0" kern="1200" dirty="0" err="1">
                <a:solidFill>
                  <a:schemeClr val="tx1"/>
                </a:solidFill>
                <a:effectLst/>
                <a:latin typeface="+mn-lt"/>
                <a:ea typeface="+mn-ea"/>
                <a:cs typeface="+mn-cs"/>
              </a:rPr>
              <a:t>keypoints</a:t>
            </a:r>
            <a:r>
              <a:rPr lang="en-US" sz="1200" b="0" i="0" kern="1200" dirty="0">
                <a:solidFill>
                  <a:schemeClr val="tx1"/>
                </a:solidFill>
                <a:effectLst/>
                <a:latin typeface="+mn-lt"/>
                <a:ea typeface="+mn-ea"/>
                <a:cs typeface="+mn-cs"/>
              </a:rPr>
              <a:t>. We apply a StandardScaler to balance the mixed units.</a:t>
            </a:r>
            <a:endParaRPr lang="en-US" dirty="0"/>
          </a:p>
        </p:txBody>
      </p:sp>
      <p:sp>
        <p:nvSpPr>
          <p:cNvPr id="4" name="Slide Number Placeholder 3"/>
          <p:cNvSpPr>
            <a:spLocks noGrp="1"/>
          </p:cNvSpPr>
          <p:nvPr>
            <p:ph type="sldNum" sz="quarter" idx="5"/>
          </p:nvPr>
        </p:nvSpPr>
        <p:spPr/>
        <p:txBody>
          <a:bodyPr/>
          <a:lstStyle/>
          <a:p>
            <a:fld id="{60E679F9-C96C-4D62-AB97-A26DAF2F42F8}" type="slidenum">
              <a:rPr lang="en-US" smtClean="0"/>
              <a:t>5</a:t>
            </a:fld>
            <a:endParaRPr lang="en-US"/>
          </a:p>
        </p:txBody>
      </p:sp>
    </p:spTree>
    <p:extLst>
      <p:ext uri="{BB962C8B-B14F-4D97-AF65-F5344CB8AC3E}">
        <p14:creationId xmlns:p14="http://schemas.microsoft.com/office/powerpoint/2010/main" val="40424752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model maps about thirty-eight inputs to a twelve-unit sigmoid hidden layer and a one-unit sigmoid output. Training uses weighted binary cross entropy with L2 regularization and early stopping, with a positive class weight to improve recall. We perform a stratified split, extract features per split, fit the scaler on training data, and run everything from a config file. We save the model, scaler, and training history.</a:t>
            </a:r>
            <a:endParaRPr lang="en-US" dirty="0"/>
          </a:p>
        </p:txBody>
      </p:sp>
      <p:sp>
        <p:nvSpPr>
          <p:cNvPr id="4" name="Slide Number Placeholder 3"/>
          <p:cNvSpPr>
            <a:spLocks noGrp="1"/>
          </p:cNvSpPr>
          <p:nvPr>
            <p:ph type="sldNum" sz="quarter" idx="5"/>
          </p:nvPr>
        </p:nvSpPr>
        <p:spPr/>
        <p:txBody>
          <a:bodyPr/>
          <a:lstStyle/>
          <a:p>
            <a:fld id="{60E679F9-C96C-4D62-AB97-A26DAF2F42F8}" type="slidenum">
              <a:rPr lang="en-US" smtClean="0"/>
              <a:t>6</a:t>
            </a:fld>
            <a:endParaRPr lang="en-US"/>
          </a:p>
        </p:txBody>
      </p:sp>
    </p:spTree>
    <p:extLst>
      <p:ext uri="{BB962C8B-B14F-4D97-AF65-F5344CB8AC3E}">
        <p14:creationId xmlns:p14="http://schemas.microsoft.com/office/powerpoint/2010/main" val="28284138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Speaker notes: “We improve accuracy through robust detection using </a:t>
            </a:r>
            <a:r>
              <a:rPr lang="en-US" sz="1200" b="0" i="0" kern="1200" dirty="0" err="1">
                <a:solidFill>
                  <a:schemeClr val="tx1"/>
                </a:solidFill>
                <a:effectLst/>
                <a:latin typeface="+mn-lt"/>
                <a:ea typeface="+mn-ea"/>
                <a:cs typeface="+mn-cs"/>
              </a:rPr>
              <a:t>Mediapipe</a:t>
            </a:r>
            <a:r>
              <a:rPr lang="en-US" sz="1200" b="0" i="0" kern="1200" dirty="0">
                <a:solidFill>
                  <a:schemeClr val="tx1"/>
                </a:solidFill>
                <a:effectLst/>
                <a:latin typeface="+mn-lt"/>
                <a:ea typeface="+mn-ea"/>
                <a:cs typeface="+mn-cs"/>
              </a:rPr>
              <a:t> by default and DNN, </a:t>
            </a:r>
            <a:r>
              <a:rPr lang="en-US" sz="1200" b="0" i="0" kern="1200" dirty="0" err="1">
                <a:solidFill>
                  <a:schemeClr val="tx1"/>
                </a:solidFill>
                <a:effectLst/>
                <a:latin typeface="+mn-lt"/>
                <a:ea typeface="+mn-ea"/>
                <a:cs typeface="+mn-cs"/>
              </a:rPr>
              <a:t>dlib</a:t>
            </a:r>
            <a:r>
              <a:rPr lang="en-US" sz="1200" b="0" i="0" kern="1200" dirty="0">
                <a:solidFill>
                  <a:schemeClr val="tx1"/>
                </a:solidFill>
                <a:effectLst/>
                <a:latin typeface="+mn-lt"/>
                <a:ea typeface="+mn-ea"/>
                <a:cs typeface="+mn-cs"/>
              </a:rPr>
              <a:t>, or Haar as fallbacks. We use class weighting and mild augmentation to offset class imbalance. We tune threshold and smoothing to boost recall by lowering the threshold and using a smaller smoothing window. We skip bad frames, normalize frame types, and keep feature scaling stable.</a:t>
            </a:r>
            <a:endParaRPr lang="en-US" dirty="0"/>
          </a:p>
        </p:txBody>
      </p:sp>
      <p:sp>
        <p:nvSpPr>
          <p:cNvPr id="4" name="Slide Number Placeholder 3"/>
          <p:cNvSpPr>
            <a:spLocks noGrp="1"/>
          </p:cNvSpPr>
          <p:nvPr>
            <p:ph type="sldNum" sz="quarter" idx="5"/>
          </p:nvPr>
        </p:nvSpPr>
        <p:spPr/>
        <p:txBody>
          <a:bodyPr/>
          <a:lstStyle/>
          <a:p>
            <a:fld id="{60E679F9-C96C-4D62-AB97-A26DAF2F42F8}" type="slidenum">
              <a:rPr lang="en-US" smtClean="0"/>
              <a:t>7</a:t>
            </a:fld>
            <a:endParaRPr lang="en-US"/>
          </a:p>
        </p:txBody>
      </p:sp>
    </p:spTree>
    <p:extLst>
      <p:ext uri="{BB962C8B-B14F-4D97-AF65-F5344CB8AC3E}">
        <p14:creationId xmlns:p14="http://schemas.microsoft.com/office/powerpoint/2010/main" val="18381130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Example test results with the </a:t>
            </a:r>
            <a:r>
              <a:rPr lang="en-US" sz="1200" b="0" i="0" kern="1200" dirty="0" err="1">
                <a:solidFill>
                  <a:schemeClr val="tx1"/>
                </a:solidFill>
                <a:effectLst/>
                <a:latin typeface="+mn-lt"/>
                <a:ea typeface="+mn-ea"/>
                <a:cs typeface="+mn-cs"/>
              </a:rPr>
              <a:t>Mediapipe</a:t>
            </a:r>
            <a:r>
              <a:rPr lang="en-US" sz="1200" b="0" i="0" kern="1200" dirty="0">
                <a:solidFill>
                  <a:schemeClr val="tx1"/>
                </a:solidFill>
                <a:effectLst/>
                <a:latin typeface="+mn-lt"/>
                <a:ea typeface="+mn-ea"/>
                <a:cs typeface="+mn-cs"/>
              </a:rPr>
              <a:t> backend show accuracy around zero point eight nine to zero point nine four, precision from zero point eight four to one point zero, recall from zero point six seven to zero point eight nine, and F1 from zero point seven five to zero point eight nine. Inference runs at over thirty frames per second on CPU with smoothing. A live demo runs with the inference script using config defaults.</a:t>
            </a:r>
            <a:endParaRPr lang="en-US" dirty="0"/>
          </a:p>
        </p:txBody>
      </p:sp>
      <p:sp>
        <p:nvSpPr>
          <p:cNvPr id="4" name="Slide Number Placeholder 3"/>
          <p:cNvSpPr>
            <a:spLocks noGrp="1"/>
          </p:cNvSpPr>
          <p:nvPr>
            <p:ph type="sldNum" sz="quarter" idx="5"/>
          </p:nvPr>
        </p:nvSpPr>
        <p:spPr/>
        <p:txBody>
          <a:bodyPr/>
          <a:lstStyle/>
          <a:p>
            <a:fld id="{60E679F9-C96C-4D62-AB97-A26DAF2F42F8}" type="slidenum">
              <a:rPr lang="en-US" smtClean="0"/>
              <a:t>8</a:t>
            </a:fld>
            <a:endParaRPr lang="en-US"/>
          </a:p>
        </p:txBody>
      </p:sp>
    </p:spTree>
    <p:extLst>
      <p:ext uri="{BB962C8B-B14F-4D97-AF65-F5344CB8AC3E}">
        <p14:creationId xmlns:p14="http://schemas.microsoft.com/office/powerpoint/2010/main" val="19703581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Limitations include a small dataset and recall sensitivity to threshold, pose, and occlusion. Next steps are to gather a modest amount of additional talking data, calibrate the threshold on a held-out set, and consider a lightweight temporal model or per-speaker calibration.</a:t>
            </a:r>
            <a:endParaRPr lang="en-US" dirty="0"/>
          </a:p>
        </p:txBody>
      </p:sp>
      <p:sp>
        <p:nvSpPr>
          <p:cNvPr id="4" name="Slide Number Placeholder 3"/>
          <p:cNvSpPr>
            <a:spLocks noGrp="1"/>
          </p:cNvSpPr>
          <p:nvPr>
            <p:ph type="sldNum" sz="quarter" idx="5"/>
          </p:nvPr>
        </p:nvSpPr>
        <p:spPr/>
        <p:txBody>
          <a:bodyPr/>
          <a:lstStyle/>
          <a:p>
            <a:fld id="{60E679F9-C96C-4D62-AB97-A26DAF2F42F8}" type="slidenum">
              <a:rPr lang="en-US" smtClean="0"/>
              <a:t>9</a:t>
            </a:fld>
            <a:endParaRPr lang="en-US"/>
          </a:p>
        </p:txBody>
      </p:sp>
    </p:spTree>
    <p:extLst>
      <p:ext uri="{BB962C8B-B14F-4D97-AF65-F5344CB8AC3E}">
        <p14:creationId xmlns:p14="http://schemas.microsoft.com/office/powerpoint/2010/main" val="7258170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In summary, I built a real-time talking detector using compact features and a lightweight neural net. The pipeline is config-driven, and we lift recall with class weighting and tuning. </a:t>
            </a:r>
            <a:endParaRPr lang="en-US" dirty="0"/>
          </a:p>
        </p:txBody>
      </p:sp>
      <p:sp>
        <p:nvSpPr>
          <p:cNvPr id="4" name="Slide Number Placeholder 3"/>
          <p:cNvSpPr>
            <a:spLocks noGrp="1"/>
          </p:cNvSpPr>
          <p:nvPr>
            <p:ph type="sldNum" sz="quarter" idx="5"/>
          </p:nvPr>
        </p:nvSpPr>
        <p:spPr/>
        <p:txBody>
          <a:bodyPr/>
          <a:lstStyle/>
          <a:p>
            <a:fld id="{60E679F9-C96C-4D62-AB97-A26DAF2F42F8}" type="slidenum">
              <a:rPr lang="en-US" smtClean="0"/>
              <a:t>10</a:t>
            </a:fld>
            <a:endParaRPr lang="en-US"/>
          </a:p>
        </p:txBody>
      </p:sp>
    </p:spTree>
    <p:extLst>
      <p:ext uri="{BB962C8B-B14F-4D97-AF65-F5344CB8AC3E}">
        <p14:creationId xmlns:p14="http://schemas.microsoft.com/office/powerpoint/2010/main" val="3883949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128FA71-3A18-48C0-980F-4B68F7F63042}" type="datetime1">
              <a:rPr lang="en-US" smtClean="0"/>
              <a:t>12/1/2025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3124991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1C1210E-201E-4473-82AC-2466F5386C38}" type="datetime1">
              <a:rPr lang="en-US" smtClean="0"/>
              <a:t>12/1/2025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9155524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B01EA198-6CAB-4B8F-B93F-1F9C8C4B6CE7}" type="datetime1">
              <a:rPr lang="en-US" smtClean="0"/>
              <a:t>12/1/2025</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4682543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A06041F-4525-44D5-AA4F-332294BF1F56}" type="datetime1">
              <a:rPr lang="en-US" smtClean="0"/>
              <a:t>12/1/2025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0872954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F9557091-BBDF-4EB9-BA6B-2BB67AC4FC0F}" type="datetime1">
              <a:rPr lang="en-US" smtClean="0"/>
              <a:t>12/1/2025</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0795792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D6B226B-77A6-410C-9796-083F278E0125}" type="datetime1">
              <a:rPr lang="en-US" smtClean="0"/>
              <a:t>12/1/2025</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9419392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23A578B-D289-4C40-8593-3D356C49DA58}" type="datetime1">
              <a:rPr lang="en-US" smtClean="0"/>
              <a:t>12/1/2025</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0005832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13DFAE3-14DB-48A7-A80F-80DDB072CE3D}" type="datetime1">
              <a:rPr lang="en-US" smtClean="0"/>
              <a:t>12/1/2025</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6322085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657103"/>
            <a:ext cx="6483687" cy="555590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92C5EAEF-6478-4102-8F5D-A5FE9FC97ACB}" type="datetime1">
              <a:rPr lang="en-US" smtClean="0"/>
              <a:t>12/1/2025</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087843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7104EDB3-C0E8-45F8-9E1D-1B6C8D1880C0}" type="datetime1">
              <a:rPr lang="en-US" smtClean="0"/>
              <a:t>12/1/2025</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7212521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9CF0EC4B-54ED-4041-B552-9BA760FA3DBA}" type="datetime1">
              <a:rPr lang="en-US" smtClean="0"/>
              <a:t>12/1/2025</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2729034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67F45AC6-C491-4585-A584-9CE2AF7D5500}" type="datetime1">
              <a:rPr lang="en-US" smtClean="0"/>
              <a:t>12/1/2025</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95027550"/>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66" r:id="rId6"/>
    <p:sldLayoutId id="2147483662" r:id="rId7"/>
    <p:sldLayoutId id="2147483663" r:id="rId8"/>
    <p:sldLayoutId id="2147483664" r:id="rId9"/>
    <p:sldLayoutId id="2147483665" r:id="rId10"/>
    <p:sldLayoutId id="2147483667" r:id="rId11"/>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E448DB1-4196-18A6-15DA-C72635C1B1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pic>
        <p:nvPicPr>
          <p:cNvPr id="4" name="Picture 3">
            <a:extLst>
              <a:ext uri="{FF2B5EF4-FFF2-40B4-BE49-F238E27FC236}">
                <a16:creationId xmlns:a16="http://schemas.microsoft.com/office/drawing/2014/main" id="{D4175A4F-B5B9-50D2-8B97-248F04BF74E0}"/>
              </a:ext>
            </a:extLst>
          </p:cNvPr>
          <p:cNvPicPr>
            <a:picLocks noChangeAspect="1"/>
          </p:cNvPicPr>
          <p:nvPr/>
        </p:nvPicPr>
        <p:blipFill>
          <a:blip r:embed="rId3"/>
          <a:srcRect/>
          <a:stretch>
            <a:fillRect/>
          </a:stretch>
        </p:blipFill>
        <p:spPr>
          <a:xfrm>
            <a:off x="20" y="10"/>
            <a:ext cx="12191980" cy="6857990"/>
          </a:xfrm>
          <a:prstGeom prst="rect">
            <a:avLst/>
          </a:prstGeom>
        </p:spPr>
      </p:pic>
      <p:sp>
        <p:nvSpPr>
          <p:cNvPr id="11" name="Rectangle 10">
            <a:extLst>
              <a:ext uri="{FF2B5EF4-FFF2-40B4-BE49-F238E27FC236}">
                <a16:creationId xmlns:a16="http://schemas.microsoft.com/office/drawing/2014/main" id="{76A10D8F-D463-70E5-239B-17AD65EF43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73183" y="173181"/>
            <a:ext cx="6858002" cy="6511640"/>
          </a:xfrm>
          <a:prstGeom prst="rect">
            <a:avLst/>
          </a:prstGeom>
          <a:gradFill>
            <a:gsLst>
              <a:gs pos="0">
                <a:schemeClr val="bg1">
                  <a:alpha val="0"/>
                </a:schemeClr>
              </a:gs>
              <a:gs pos="46000">
                <a:schemeClr val="bg1">
                  <a:alpha val="30000"/>
                </a:schemeClr>
              </a:gs>
              <a:gs pos="26000">
                <a:schemeClr val="bg1">
                  <a:alpha val="17000"/>
                </a:schemeClr>
              </a:gs>
              <a:gs pos="100000">
                <a:schemeClr val="bg1">
                  <a:alpha val="4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B7F970B7-B54A-08F7-FAAD-F62213D87474}"/>
              </a:ext>
            </a:extLst>
          </p:cNvPr>
          <p:cNvSpPr>
            <a:spLocks noGrp="1"/>
          </p:cNvSpPr>
          <p:nvPr>
            <p:ph type="ctrTitle"/>
          </p:nvPr>
        </p:nvSpPr>
        <p:spPr>
          <a:xfrm>
            <a:off x="286506" y="603315"/>
            <a:ext cx="5649211" cy="3685731"/>
          </a:xfrm>
        </p:spPr>
        <p:txBody>
          <a:bodyPr anchor="t">
            <a:normAutofit/>
          </a:bodyPr>
          <a:lstStyle/>
          <a:p>
            <a:pPr algn="l"/>
            <a:r>
              <a:rPr lang="en-US" sz="4600" dirty="0"/>
              <a:t>Lightweight Mouth Movement Detection (Talking vs Not Talking)</a:t>
            </a:r>
          </a:p>
        </p:txBody>
      </p:sp>
      <p:sp>
        <p:nvSpPr>
          <p:cNvPr id="3" name="Subtitle 2">
            <a:extLst>
              <a:ext uri="{FF2B5EF4-FFF2-40B4-BE49-F238E27FC236}">
                <a16:creationId xmlns:a16="http://schemas.microsoft.com/office/drawing/2014/main" id="{B2EDEAD8-2284-7FD6-AE6D-2143E213DDB3}"/>
              </a:ext>
            </a:extLst>
          </p:cNvPr>
          <p:cNvSpPr>
            <a:spLocks noGrp="1"/>
          </p:cNvSpPr>
          <p:nvPr>
            <p:ph type="subTitle" idx="1"/>
          </p:nvPr>
        </p:nvSpPr>
        <p:spPr>
          <a:xfrm>
            <a:off x="286507" y="4437176"/>
            <a:ext cx="4007587" cy="1290807"/>
          </a:xfrm>
        </p:spPr>
        <p:txBody>
          <a:bodyPr anchor="ctr">
            <a:normAutofit/>
          </a:bodyPr>
          <a:lstStyle/>
          <a:p>
            <a:pPr algn="l"/>
            <a:r>
              <a:rPr lang="en-US" sz="2200"/>
              <a:t>By Jack DeMarinis</a:t>
            </a:r>
          </a:p>
        </p:txBody>
      </p:sp>
    </p:spTree>
    <p:extLst>
      <p:ext uri="{BB962C8B-B14F-4D97-AF65-F5344CB8AC3E}">
        <p14:creationId xmlns:p14="http://schemas.microsoft.com/office/powerpoint/2010/main" val="854807060"/>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7B65277-82C6-6D08-6DCA-4A7DCC3B71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9C89042-0394-0D9F-88F3-AA18D663EE5E}"/>
              </a:ext>
            </a:extLst>
          </p:cNvPr>
          <p:cNvSpPr>
            <a:spLocks noGrp="1"/>
          </p:cNvSpPr>
          <p:nvPr>
            <p:ph type="title"/>
          </p:nvPr>
        </p:nvSpPr>
        <p:spPr>
          <a:xfrm>
            <a:off x="5294154" y="643261"/>
            <a:ext cx="6523737" cy="1527048"/>
          </a:xfrm>
        </p:spPr>
        <p:txBody>
          <a:bodyPr anchor="b">
            <a:normAutofit/>
          </a:bodyPr>
          <a:lstStyle/>
          <a:p>
            <a:r>
              <a:rPr lang="en-US" b="0" dirty="0"/>
              <a:t> Motivation and Requirements</a:t>
            </a:r>
            <a:endParaRPr lang="en-US" dirty="0"/>
          </a:p>
        </p:txBody>
      </p:sp>
      <p:pic>
        <p:nvPicPr>
          <p:cNvPr id="7" name="Graphic 6" descr="Mute Speaker">
            <a:extLst>
              <a:ext uri="{FF2B5EF4-FFF2-40B4-BE49-F238E27FC236}">
                <a16:creationId xmlns:a16="http://schemas.microsoft.com/office/drawing/2014/main" id="{EE7A1000-F0C3-E379-AC2D-2FAEBDDEBD9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12648" y="1102440"/>
            <a:ext cx="4681506" cy="4681506"/>
          </a:xfrm>
          <a:prstGeom prst="rect">
            <a:avLst/>
          </a:prstGeom>
        </p:spPr>
      </p:pic>
      <p:sp>
        <p:nvSpPr>
          <p:cNvPr id="3" name="Content Placeholder 2">
            <a:extLst>
              <a:ext uri="{FF2B5EF4-FFF2-40B4-BE49-F238E27FC236}">
                <a16:creationId xmlns:a16="http://schemas.microsoft.com/office/drawing/2014/main" id="{1B2AA7BB-5814-2B83-5366-16FBFE01C2BB}"/>
              </a:ext>
            </a:extLst>
          </p:cNvPr>
          <p:cNvSpPr>
            <a:spLocks noGrp="1"/>
          </p:cNvSpPr>
          <p:nvPr>
            <p:ph idx="1"/>
          </p:nvPr>
        </p:nvSpPr>
        <p:spPr>
          <a:xfrm>
            <a:off x="5535741" y="2358621"/>
            <a:ext cx="5577902" cy="4096512"/>
          </a:xfrm>
        </p:spPr>
        <p:txBody>
          <a:bodyPr>
            <a:normAutofit/>
          </a:bodyPr>
          <a:lstStyle/>
          <a:p>
            <a:r>
              <a:rPr lang="en-US" dirty="0"/>
              <a:t>Identify who is talking in meeting transcription cheaply and at scale</a:t>
            </a:r>
          </a:p>
          <a:p>
            <a:r>
              <a:rPr lang="en-US" dirty="0"/>
              <a:t>It is robust to overlap/noise via visual cue (lips)</a:t>
            </a:r>
          </a:p>
          <a:p>
            <a:r>
              <a:rPr lang="en-US" dirty="0"/>
              <a:t>Runs at 30+ fps on standard hardware; &lt;10 ms/frame latency</a:t>
            </a:r>
          </a:p>
          <a:p>
            <a:r>
              <a:rPr lang="en-US" dirty="0"/>
              <a:t>Balanced accuracy: high precision and recall for talking/not talking</a:t>
            </a:r>
          </a:p>
        </p:txBody>
      </p:sp>
    </p:spTree>
    <p:extLst>
      <p:ext uri="{BB962C8B-B14F-4D97-AF65-F5344CB8AC3E}">
        <p14:creationId xmlns:p14="http://schemas.microsoft.com/office/powerpoint/2010/main" val="25643036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80B98925-0550-1AFB-C1DC-02792400FB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9E9FEC8-CA08-551C-1D67-245773824949}"/>
              </a:ext>
            </a:extLst>
          </p:cNvPr>
          <p:cNvSpPr>
            <a:spLocks noGrp="1"/>
          </p:cNvSpPr>
          <p:nvPr>
            <p:ph type="title"/>
          </p:nvPr>
        </p:nvSpPr>
        <p:spPr>
          <a:xfrm>
            <a:off x="327593" y="340661"/>
            <a:ext cx="7326472" cy="787897"/>
          </a:xfrm>
        </p:spPr>
        <p:txBody>
          <a:bodyPr vert="horz" wrap="square" lIns="91440" tIns="45720" rIns="91440" bIns="45720" rtlCol="0" anchor="b">
            <a:normAutofit/>
          </a:bodyPr>
          <a:lstStyle/>
          <a:p>
            <a:r>
              <a:rPr lang="en-US" sz="4000"/>
              <a:t>System Overview</a:t>
            </a:r>
          </a:p>
        </p:txBody>
      </p:sp>
      <p:pic>
        <p:nvPicPr>
          <p:cNvPr id="16" name="Picture 15" descr="A diagram of a company&#10;&#10;AI-generated content may be incorrect.">
            <a:extLst>
              <a:ext uri="{FF2B5EF4-FFF2-40B4-BE49-F238E27FC236}">
                <a16:creationId xmlns:a16="http://schemas.microsoft.com/office/drawing/2014/main" id="{43322E39-787B-89DE-2EA9-C0E6EBF6DC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45505" y="734609"/>
            <a:ext cx="9700990" cy="6152848"/>
          </a:xfrm>
          <a:prstGeom prst="rect">
            <a:avLst/>
          </a:prstGeom>
        </p:spPr>
      </p:pic>
    </p:spTree>
    <p:extLst>
      <p:ext uri="{BB962C8B-B14F-4D97-AF65-F5344CB8AC3E}">
        <p14:creationId xmlns:p14="http://schemas.microsoft.com/office/powerpoint/2010/main" val="32623141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00DC1B0-7E1A-BD02-3F93-19E6B1B750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52ED38-F080-FCC1-9581-04A4AF281659}"/>
              </a:ext>
            </a:extLst>
          </p:cNvPr>
          <p:cNvSpPr>
            <a:spLocks noGrp="1"/>
          </p:cNvSpPr>
          <p:nvPr>
            <p:ph type="title"/>
          </p:nvPr>
        </p:nvSpPr>
        <p:spPr>
          <a:xfrm>
            <a:off x="612649" y="548638"/>
            <a:ext cx="3493008" cy="5788152"/>
          </a:xfrm>
        </p:spPr>
        <p:txBody>
          <a:bodyPr anchor="ctr">
            <a:normAutofit/>
          </a:bodyPr>
          <a:lstStyle/>
          <a:p>
            <a:r>
              <a:rPr lang="en-US" sz="4000" b="0"/>
              <a:t>Data &amp; Labeling</a:t>
            </a:r>
            <a:br>
              <a:rPr lang="en-US" sz="4000" b="0"/>
            </a:br>
            <a:endParaRPr lang="en-US" sz="4000"/>
          </a:p>
        </p:txBody>
      </p:sp>
      <p:graphicFrame>
        <p:nvGraphicFramePr>
          <p:cNvPr id="5" name="Content Placeholder 2">
            <a:extLst>
              <a:ext uri="{FF2B5EF4-FFF2-40B4-BE49-F238E27FC236}">
                <a16:creationId xmlns:a16="http://schemas.microsoft.com/office/drawing/2014/main" id="{0B044B68-4067-CE5F-FC2E-82CA1BC0CDD5}"/>
              </a:ext>
            </a:extLst>
          </p:cNvPr>
          <p:cNvGraphicFramePr>
            <a:graphicFrameLocks noGrp="1"/>
          </p:cNvGraphicFramePr>
          <p:nvPr>
            <p:ph idx="1"/>
            <p:extLst>
              <p:ext uri="{D42A27DB-BD31-4B8C-83A1-F6EECF244321}">
                <p14:modId xmlns:p14="http://schemas.microsoft.com/office/powerpoint/2010/main" val="2767354739"/>
              </p:ext>
            </p:extLst>
          </p:nvPr>
        </p:nvGraphicFramePr>
        <p:xfrm>
          <a:off x="4608246" y="548640"/>
          <a:ext cx="6949440" cy="57866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526452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1A22726-DA03-BCB0-F12E-98258FB7E5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C667788-AFD3-E956-B163-3B4668139D3A}"/>
              </a:ext>
            </a:extLst>
          </p:cNvPr>
          <p:cNvSpPr>
            <a:spLocks noGrp="1"/>
          </p:cNvSpPr>
          <p:nvPr>
            <p:ph type="title"/>
          </p:nvPr>
        </p:nvSpPr>
        <p:spPr>
          <a:xfrm>
            <a:off x="1524000" y="548640"/>
            <a:ext cx="9160475" cy="1132258"/>
          </a:xfrm>
        </p:spPr>
        <p:txBody>
          <a:bodyPr anchor="ctr">
            <a:normAutofit/>
          </a:bodyPr>
          <a:lstStyle/>
          <a:p>
            <a:pPr algn="ctr"/>
            <a:r>
              <a:rPr lang="en-US" b="0" dirty="0"/>
              <a:t> Feature Design (Compact &amp; Fast)</a:t>
            </a:r>
            <a:endParaRPr lang="en-US"/>
          </a:p>
        </p:txBody>
      </p:sp>
      <p:graphicFrame>
        <p:nvGraphicFramePr>
          <p:cNvPr id="5" name="Content Placeholder 2">
            <a:extLst>
              <a:ext uri="{FF2B5EF4-FFF2-40B4-BE49-F238E27FC236}">
                <a16:creationId xmlns:a16="http://schemas.microsoft.com/office/drawing/2014/main" id="{604015CE-D913-789F-2076-13FBC5AEC075}"/>
              </a:ext>
            </a:extLst>
          </p:cNvPr>
          <p:cNvGraphicFramePr>
            <a:graphicFrameLocks noGrp="1"/>
          </p:cNvGraphicFramePr>
          <p:nvPr>
            <p:ph idx="1"/>
            <p:extLst>
              <p:ext uri="{D42A27DB-BD31-4B8C-83A1-F6EECF244321}">
                <p14:modId xmlns:p14="http://schemas.microsoft.com/office/powerpoint/2010/main" val="2071094198"/>
              </p:ext>
            </p:extLst>
          </p:nvPr>
        </p:nvGraphicFramePr>
        <p:xfrm>
          <a:off x="930876" y="2037806"/>
          <a:ext cx="10335350" cy="406643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473773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961259D-605E-E200-FF9F-7C8C71D7C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A6AB685-166F-88CA-8610-B6AC2203F2AF}"/>
              </a:ext>
            </a:extLst>
          </p:cNvPr>
          <p:cNvSpPr>
            <a:spLocks noGrp="1"/>
          </p:cNvSpPr>
          <p:nvPr>
            <p:ph type="title"/>
          </p:nvPr>
        </p:nvSpPr>
        <p:spPr>
          <a:xfrm>
            <a:off x="612648" y="600074"/>
            <a:ext cx="6035040" cy="1529932"/>
          </a:xfrm>
        </p:spPr>
        <p:txBody>
          <a:bodyPr anchor="b">
            <a:normAutofit/>
          </a:bodyPr>
          <a:lstStyle/>
          <a:p>
            <a:r>
              <a:rPr lang="en-US" b="0" dirty="0"/>
              <a:t>Model &amp; Training</a:t>
            </a:r>
            <a:endParaRPr lang="en-US" dirty="0"/>
          </a:p>
        </p:txBody>
      </p:sp>
      <p:sp>
        <p:nvSpPr>
          <p:cNvPr id="3" name="Content Placeholder 2">
            <a:extLst>
              <a:ext uri="{FF2B5EF4-FFF2-40B4-BE49-F238E27FC236}">
                <a16:creationId xmlns:a16="http://schemas.microsoft.com/office/drawing/2014/main" id="{1BC1BC6E-702D-D075-C4FD-686D52127B34}"/>
              </a:ext>
            </a:extLst>
          </p:cNvPr>
          <p:cNvSpPr>
            <a:spLocks noGrp="1"/>
          </p:cNvSpPr>
          <p:nvPr>
            <p:ph idx="1"/>
          </p:nvPr>
        </p:nvSpPr>
        <p:spPr>
          <a:xfrm>
            <a:off x="612647" y="2212848"/>
            <a:ext cx="6035041" cy="4096512"/>
          </a:xfrm>
        </p:spPr>
        <p:txBody>
          <a:bodyPr>
            <a:normAutofit/>
          </a:bodyPr>
          <a:lstStyle/>
          <a:p>
            <a:r>
              <a:rPr lang="en-US" dirty="0"/>
              <a:t>Architecture: ~38 → 12 (sigmoid) → 1 (sigmoid)</a:t>
            </a:r>
          </a:p>
          <a:p>
            <a:r>
              <a:rPr lang="en-US" dirty="0"/>
              <a:t>Loss: weighted BCE + L2; early stopping; </a:t>
            </a:r>
            <a:r>
              <a:rPr lang="en-US" dirty="0" err="1"/>
              <a:t>pos_weight</a:t>
            </a:r>
            <a:r>
              <a:rPr lang="en-US" dirty="0"/>
              <a:t> for recall</a:t>
            </a:r>
          </a:p>
          <a:p>
            <a:r>
              <a:rPr lang="en-US" dirty="0"/>
              <a:t>Stratified split; feature extraction per split; scaler fit on train</a:t>
            </a:r>
          </a:p>
          <a:p>
            <a:r>
              <a:rPr lang="en-US" dirty="0"/>
              <a:t>Config-driven runs; outputs model, scaler, history</a:t>
            </a:r>
          </a:p>
          <a:p>
            <a:pPr marL="0" indent="0">
              <a:buNone/>
            </a:pPr>
            <a:endParaRPr lang="en-US" sz="1800" dirty="0"/>
          </a:p>
        </p:txBody>
      </p:sp>
      <p:pic>
        <p:nvPicPr>
          <p:cNvPr id="12" name="Picture 11">
            <a:extLst>
              <a:ext uri="{FF2B5EF4-FFF2-40B4-BE49-F238E27FC236}">
                <a16:creationId xmlns:a16="http://schemas.microsoft.com/office/drawing/2014/main" id="{046E90CB-44AD-D307-42F2-A50E0B5DE43E}"/>
              </a:ext>
            </a:extLst>
          </p:cNvPr>
          <p:cNvPicPr>
            <a:picLocks noChangeAspect="1"/>
          </p:cNvPicPr>
          <p:nvPr/>
        </p:nvPicPr>
        <p:blipFill>
          <a:blip r:embed="rId3">
            <a:extLst>
              <a:ext uri="{28A0092B-C50C-407E-A947-70E740481C1C}">
                <a14:useLocalDpi xmlns:a14="http://schemas.microsoft.com/office/drawing/2010/main" val="0"/>
              </a:ext>
            </a:extLst>
          </a:blip>
          <a:srcRect l="30143" r="30143"/>
          <a:stretch/>
        </p:blipFill>
        <p:spPr>
          <a:xfrm>
            <a:off x="7345680" y="10"/>
            <a:ext cx="4846320" cy="6857990"/>
          </a:xfrm>
          <a:prstGeom prst="rect">
            <a:avLst/>
          </a:prstGeom>
        </p:spPr>
      </p:pic>
    </p:spTree>
    <p:extLst>
      <p:ext uri="{BB962C8B-B14F-4D97-AF65-F5344CB8AC3E}">
        <p14:creationId xmlns:p14="http://schemas.microsoft.com/office/powerpoint/2010/main" val="33715251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15B9334-3E03-4CA7-3616-4D3C9DC2C7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63F6BA3-0F6B-14D5-824C-DA1D32D5D48D}"/>
              </a:ext>
            </a:extLst>
          </p:cNvPr>
          <p:cNvSpPr>
            <a:spLocks noGrp="1"/>
          </p:cNvSpPr>
          <p:nvPr>
            <p:ph type="title"/>
          </p:nvPr>
        </p:nvSpPr>
        <p:spPr>
          <a:xfrm>
            <a:off x="1514856" y="548640"/>
            <a:ext cx="9162288" cy="1132258"/>
          </a:xfrm>
        </p:spPr>
        <p:txBody>
          <a:bodyPr>
            <a:normAutofit/>
          </a:bodyPr>
          <a:lstStyle/>
          <a:p>
            <a:r>
              <a:rPr lang="en-US" b="0" dirty="0"/>
              <a:t>Accuracy Improvements</a:t>
            </a:r>
            <a:endParaRPr lang="en-US" dirty="0"/>
          </a:p>
        </p:txBody>
      </p:sp>
      <p:graphicFrame>
        <p:nvGraphicFramePr>
          <p:cNvPr id="5" name="Content Placeholder 2">
            <a:extLst>
              <a:ext uri="{FF2B5EF4-FFF2-40B4-BE49-F238E27FC236}">
                <a16:creationId xmlns:a16="http://schemas.microsoft.com/office/drawing/2014/main" id="{74139469-94CC-AEA0-E7B1-81EA819E4F1F}"/>
              </a:ext>
            </a:extLst>
          </p:cNvPr>
          <p:cNvGraphicFramePr>
            <a:graphicFrameLocks noGrp="1"/>
          </p:cNvGraphicFramePr>
          <p:nvPr>
            <p:ph idx="1"/>
            <p:extLst>
              <p:ext uri="{D42A27DB-BD31-4B8C-83A1-F6EECF244321}">
                <p14:modId xmlns:p14="http://schemas.microsoft.com/office/powerpoint/2010/main" val="2179561679"/>
              </p:ext>
            </p:extLst>
          </p:nvPr>
        </p:nvGraphicFramePr>
        <p:xfrm>
          <a:off x="1514856" y="2039112"/>
          <a:ext cx="9162288" cy="406908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504936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C6B79B-F0C1-A034-CBF0-77AE76D7BB3D}"/>
              </a:ext>
            </a:extLst>
          </p:cNvPr>
          <p:cNvSpPr>
            <a:spLocks noGrp="1"/>
          </p:cNvSpPr>
          <p:nvPr>
            <p:ph type="title"/>
          </p:nvPr>
        </p:nvSpPr>
        <p:spPr/>
        <p:txBody>
          <a:bodyPr/>
          <a:lstStyle/>
          <a:p>
            <a:r>
              <a:rPr lang="en-US" b="0"/>
              <a:t>Results (Example)</a:t>
            </a:r>
            <a:endParaRPr lang="en-US" dirty="0"/>
          </a:p>
        </p:txBody>
      </p:sp>
      <p:graphicFrame>
        <p:nvGraphicFramePr>
          <p:cNvPr id="5" name="Content Placeholder 2">
            <a:extLst>
              <a:ext uri="{FF2B5EF4-FFF2-40B4-BE49-F238E27FC236}">
                <a16:creationId xmlns:a16="http://schemas.microsoft.com/office/drawing/2014/main" id="{520346DD-3136-F1B7-9ECC-3476838DDB2C}"/>
              </a:ext>
            </a:extLst>
          </p:cNvPr>
          <p:cNvGraphicFramePr>
            <a:graphicFrameLocks noGrp="1"/>
          </p:cNvGraphicFramePr>
          <p:nvPr>
            <p:ph idx="1"/>
          </p:nvPr>
        </p:nvGraphicFramePr>
        <p:xfrm>
          <a:off x="612647" y="1715532"/>
          <a:ext cx="10653579" cy="459382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453561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636E97-E3FC-0202-291F-25D4E24F8D1E}"/>
              </a:ext>
            </a:extLst>
          </p:cNvPr>
          <p:cNvSpPr>
            <a:spLocks noGrp="1"/>
          </p:cNvSpPr>
          <p:nvPr>
            <p:ph type="title"/>
          </p:nvPr>
        </p:nvSpPr>
        <p:spPr/>
        <p:txBody>
          <a:bodyPr/>
          <a:lstStyle/>
          <a:p>
            <a:r>
              <a:rPr lang="en-US" b="0"/>
              <a:t>Limitations &amp; Next Steps</a:t>
            </a:r>
            <a:endParaRPr lang="en-US" dirty="0"/>
          </a:p>
        </p:txBody>
      </p:sp>
      <p:graphicFrame>
        <p:nvGraphicFramePr>
          <p:cNvPr id="11" name="Content Placeholder 2">
            <a:extLst>
              <a:ext uri="{FF2B5EF4-FFF2-40B4-BE49-F238E27FC236}">
                <a16:creationId xmlns:a16="http://schemas.microsoft.com/office/drawing/2014/main" id="{C61253FE-0E77-3167-812D-8E1463F96CC8}"/>
              </a:ext>
            </a:extLst>
          </p:cNvPr>
          <p:cNvGraphicFramePr>
            <a:graphicFrameLocks noGrp="1"/>
          </p:cNvGraphicFramePr>
          <p:nvPr>
            <p:ph idx="1"/>
          </p:nvPr>
        </p:nvGraphicFramePr>
        <p:xfrm>
          <a:off x="612647" y="1715532"/>
          <a:ext cx="10653579" cy="459382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460753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53CF00F-82D0-0DBA-75D5-1D01B4526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55DE7CC-2027-0151-A4A2-0423F470B5FB}"/>
              </a:ext>
            </a:extLst>
          </p:cNvPr>
          <p:cNvSpPr>
            <a:spLocks noGrp="1"/>
          </p:cNvSpPr>
          <p:nvPr>
            <p:ph type="title"/>
          </p:nvPr>
        </p:nvSpPr>
        <p:spPr>
          <a:xfrm>
            <a:off x="612648" y="548640"/>
            <a:ext cx="10945037" cy="1133856"/>
          </a:xfrm>
        </p:spPr>
        <p:txBody>
          <a:bodyPr anchor="t">
            <a:normAutofit/>
          </a:bodyPr>
          <a:lstStyle/>
          <a:p>
            <a:r>
              <a:rPr lang="en-US" b="0" dirty="0"/>
              <a:t>Takeaways &amp; Evaluation Prompt</a:t>
            </a:r>
            <a:endParaRPr lang="en-US" dirty="0"/>
          </a:p>
        </p:txBody>
      </p:sp>
      <p:graphicFrame>
        <p:nvGraphicFramePr>
          <p:cNvPr id="5" name="Content Placeholder 2">
            <a:extLst>
              <a:ext uri="{FF2B5EF4-FFF2-40B4-BE49-F238E27FC236}">
                <a16:creationId xmlns:a16="http://schemas.microsoft.com/office/drawing/2014/main" id="{DDA1FFC9-D363-1307-3F2D-63ADBF1F8C44}"/>
              </a:ext>
            </a:extLst>
          </p:cNvPr>
          <p:cNvGraphicFramePr>
            <a:graphicFrameLocks noGrp="1"/>
          </p:cNvGraphicFramePr>
          <p:nvPr>
            <p:ph idx="1"/>
            <p:extLst>
              <p:ext uri="{D42A27DB-BD31-4B8C-83A1-F6EECF244321}">
                <p14:modId xmlns:p14="http://schemas.microsoft.com/office/powerpoint/2010/main" val="3062954185"/>
              </p:ext>
            </p:extLst>
          </p:nvPr>
        </p:nvGraphicFramePr>
        <p:xfrm>
          <a:off x="612648" y="1881051"/>
          <a:ext cx="10945037" cy="441435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5766710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1A22726-DA03-BCB0-F12E-98258FB7E5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6314219D-978A-FF49-9079-573BCC4FA9E4}"/>
              </a:ext>
            </a:extLst>
          </p:cNvPr>
          <p:cNvGraphicFramePr>
            <a:graphicFrameLocks noGrp="1"/>
          </p:cNvGraphicFramePr>
          <p:nvPr>
            <p:ph idx="1"/>
            <p:extLst>
              <p:ext uri="{D42A27DB-BD31-4B8C-83A1-F6EECF244321}">
                <p14:modId xmlns:p14="http://schemas.microsoft.com/office/powerpoint/2010/main" val="953249878"/>
              </p:ext>
            </p:extLst>
          </p:nvPr>
        </p:nvGraphicFramePr>
        <p:xfrm>
          <a:off x="928325" y="1680898"/>
          <a:ext cx="10335350" cy="406643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39491249"/>
      </p:ext>
    </p:extLst>
  </p:cSld>
  <p:clrMapOvr>
    <a:masterClrMapping/>
  </p:clrMapOvr>
</p:sld>
</file>

<file path=ppt/theme/theme1.xml><?xml version="1.0" encoding="utf-8"?>
<a:theme xmlns:a="http://schemas.openxmlformats.org/drawingml/2006/main" name="VanillaVTI">
  <a:themeElements>
    <a:clrScheme name="Vanill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54D376C6-1C9B-4C6B-8F3C-483BB307BB05}" vid="{7690D8A9-C071-45EF-BA7A-F7FA9779B11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90</TotalTime>
  <Words>1028</Words>
  <Application>Microsoft Office PowerPoint</Application>
  <PresentationFormat>Widescreen</PresentationFormat>
  <Paragraphs>58</Paragraphs>
  <Slides>11</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Aptos</vt:lpstr>
      <vt:lpstr>Arial</vt:lpstr>
      <vt:lpstr>Neue Haas Grotesk Text Pro</vt:lpstr>
      <vt:lpstr>VanillaVTI</vt:lpstr>
      <vt:lpstr>Lightweight Mouth Movement Detection (Talking vs Not Talking)</vt:lpstr>
      <vt:lpstr> Motivation and Requirements</vt:lpstr>
      <vt:lpstr>System Overview</vt:lpstr>
      <vt:lpstr>Data &amp; Labeling </vt:lpstr>
      <vt:lpstr> Feature Design (Compact &amp; Fast)</vt:lpstr>
      <vt:lpstr>Model &amp; Training</vt:lpstr>
      <vt:lpstr>Accuracy Improvements</vt:lpstr>
      <vt:lpstr>Results (Example)</vt:lpstr>
      <vt:lpstr>Limitations &amp; Next Steps</vt:lpstr>
      <vt:lpstr>Takeaways &amp; Evaluation Prompt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Jack DeMarinis</dc:creator>
  <cp:lastModifiedBy>Jack DeMarinis</cp:lastModifiedBy>
  <cp:revision>1</cp:revision>
  <dcterms:created xsi:type="dcterms:W3CDTF">2025-12-02T04:09:14Z</dcterms:created>
  <dcterms:modified xsi:type="dcterms:W3CDTF">2025-12-02T05:40:06Z</dcterms:modified>
</cp:coreProperties>
</file>